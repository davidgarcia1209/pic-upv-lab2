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1"/>
  </p:notesMasterIdLst>
  <p:handoutMasterIdLst>
    <p:handoutMasterId r:id="rId22"/>
  </p:handoutMasterIdLst>
  <p:sldIdLst>
    <p:sldId id="256" r:id="rId2"/>
    <p:sldId id="289" r:id="rId3"/>
    <p:sldId id="295" r:id="rId4"/>
    <p:sldId id="302" r:id="rId5"/>
    <p:sldId id="303" r:id="rId6"/>
    <p:sldId id="305" r:id="rId7"/>
    <p:sldId id="306" r:id="rId8"/>
    <p:sldId id="291" r:id="rId9"/>
    <p:sldId id="304" r:id="rId10"/>
    <p:sldId id="296" r:id="rId11"/>
    <p:sldId id="294" r:id="rId12"/>
    <p:sldId id="299" r:id="rId13"/>
    <p:sldId id="300" r:id="rId14"/>
    <p:sldId id="301" r:id="rId15"/>
    <p:sldId id="297" r:id="rId16"/>
    <p:sldId id="290" r:id="rId17"/>
    <p:sldId id="292" r:id="rId18"/>
    <p:sldId id="298" r:id="rId19"/>
    <p:sldId id="288" r:id="rId20"/>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706B2-AA95-4CDC-834C-F4D908C80230}" v="95" dt="2025-02-09T23:48:29.2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83" d="100"/>
          <a:sy n="83" d="100"/>
        </p:scale>
        <p:origin x="108" y="13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83A706B2-AA95-4CDC-834C-F4D908C80230}"/>
    <pc:docChg chg="undo redo custSel addSld delSld modSld">
      <pc:chgData name="Christian Camilo Cano Vasquez" userId="8c73a2a4-758b-4e34-81ed-39462e48bd92" providerId="ADAL" clId="{83A706B2-AA95-4CDC-834C-F4D908C80230}" dt="2025-02-10T11:46:25.185" v="655" actId="20577"/>
      <pc:docMkLst>
        <pc:docMk/>
      </pc:docMkLst>
      <pc:sldChg chg="modSp mod">
        <pc:chgData name="Christian Camilo Cano Vasquez" userId="8c73a2a4-758b-4e34-81ed-39462e48bd92" providerId="ADAL" clId="{83A706B2-AA95-4CDC-834C-F4D908C80230}" dt="2025-02-09T23:21:47.550" v="170" actId="20577"/>
        <pc:sldMkLst>
          <pc:docMk/>
          <pc:sldMk cId="0" sldId="256"/>
        </pc:sldMkLst>
        <pc:spChg chg="mod">
          <ac:chgData name="Christian Camilo Cano Vasquez" userId="8c73a2a4-758b-4e34-81ed-39462e48bd92" providerId="ADAL" clId="{83A706B2-AA95-4CDC-834C-F4D908C80230}" dt="2025-02-09T23:21:47.550" v="170" actId="20577"/>
          <ac:spMkLst>
            <pc:docMk/>
            <pc:sldMk cId="0" sldId="256"/>
            <ac:spMk id="3" creationId="{00000000-0000-0000-0000-000000000000}"/>
          </ac:spMkLst>
        </pc:spChg>
      </pc:sldChg>
      <pc:sldChg chg="modSp mod">
        <pc:chgData name="Christian Camilo Cano Vasquez" userId="8c73a2a4-758b-4e34-81ed-39462e48bd92" providerId="ADAL" clId="{83A706B2-AA95-4CDC-834C-F4D908C80230}" dt="2025-02-09T22:54:55.862" v="0" actId="20577"/>
        <pc:sldMkLst>
          <pc:docMk/>
          <pc:sldMk cId="560234623" sldId="289"/>
        </pc:sldMkLst>
        <pc:spChg chg="mod">
          <ac:chgData name="Christian Camilo Cano Vasquez" userId="8c73a2a4-758b-4e34-81ed-39462e48bd92" providerId="ADAL" clId="{83A706B2-AA95-4CDC-834C-F4D908C80230}" dt="2025-02-09T22:54:55.862" v="0" actId="20577"/>
          <ac:spMkLst>
            <pc:docMk/>
            <pc:sldMk cId="560234623" sldId="289"/>
            <ac:spMk id="4" creationId="{9F7BC140-B3D8-C3CB-55AD-9064C7CDE9CA}"/>
          </ac:spMkLst>
        </pc:spChg>
      </pc:sldChg>
      <pc:sldChg chg="addSp delSp modSp mod">
        <pc:chgData name="Christian Camilo Cano Vasquez" userId="8c73a2a4-758b-4e34-81ed-39462e48bd92" providerId="ADAL" clId="{83A706B2-AA95-4CDC-834C-F4D908C80230}" dt="2025-02-09T23:24:42.493" v="173" actId="20577"/>
        <pc:sldMkLst>
          <pc:docMk/>
          <pc:sldMk cId="730501311" sldId="290"/>
        </pc:sldMkLst>
        <pc:spChg chg="mod">
          <ac:chgData name="Christian Camilo Cano Vasquez" userId="8c73a2a4-758b-4e34-81ed-39462e48bd92" providerId="ADAL" clId="{83A706B2-AA95-4CDC-834C-F4D908C80230}" dt="2025-02-09T23:04:13.626" v="39" actId="20577"/>
          <ac:spMkLst>
            <pc:docMk/>
            <pc:sldMk cId="730501311" sldId="290"/>
            <ac:spMk id="2" creationId="{D0F8CF3B-B920-DBFC-F825-0C87B51EADA7}"/>
          </ac:spMkLst>
        </pc:spChg>
        <pc:spChg chg="del">
          <ac:chgData name="Christian Camilo Cano Vasquez" userId="8c73a2a4-758b-4e34-81ed-39462e48bd92" providerId="ADAL" clId="{83A706B2-AA95-4CDC-834C-F4D908C80230}" dt="2025-02-09T22:59:02.631" v="2" actId="478"/>
          <ac:spMkLst>
            <pc:docMk/>
            <pc:sldMk cId="730501311" sldId="290"/>
            <ac:spMk id="4" creationId="{AA9E72FF-B948-6B7A-8909-97C6BE95D6FB}"/>
          </ac:spMkLst>
        </pc:spChg>
        <pc:spChg chg="add mod">
          <ac:chgData name="Christian Camilo Cano Vasquez" userId="8c73a2a4-758b-4e34-81ed-39462e48bd92" providerId="ADAL" clId="{83A706B2-AA95-4CDC-834C-F4D908C80230}" dt="2025-02-09T23:00:11.400" v="3"/>
          <ac:spMkLst>
            <pc:docMk/>
            <pc:sldMk cId="730501311" sldId="290"/>
            <ac:spMk id="5" creationId="{E7488849-10A1-FB48-F511-E57B062CD7E2}"/>
          </ac:spMkLst>
        </pc:spChg>
        <pc:spChg chg="add mod">
          <ac:chgData name="Christian Camilo Cano Vasquez" userId="8c73a2a4-758b-4e34-81ed-39462e48bd92" providerId="ADAL" clId="{83A706B2-AA95-4CDC-834C-F4D908C80230}" dt="2025-02-09T23:00:11.400" v="3"/>
          <ac:spMkLst>
            <pc:docMk/>
            <pc:sldMk cId="730501311" sldId="290"/>
            <ac:spMk id="6" creationId="{68726DAB-1B5F-39D1-63A0-BB708EA6E17F}"/>
          </ac:spMkLst>
        </pc:spChg>
        <pc:spChg chg="add mod">
          <ac:chgData name="Christian Camilo Cano Vasquez" userId="8c73a2a4-758b-4e34-81ed-39462e48bd92" providerId="ADAL" clId="{83A706B2-AA95-4CDC-834C-F4D908C80230}" dt="2025-02-09T23:00:11.400" v="3"/>
          <ac:spMkLst>
            <pc:docMk/>
            <pc:sldMk cId="730501311" sldId="290"/>
            <ac:spMk id="7" creationId="{6D309BFB-98FD-0CBA-3C6A-346D8859893B}"/>
          </ac:spMkLst>
        </pc:spChg>
        <pc:spChg chg="add mod">
          <ac:chgData name="Christian Camilo Cano Vasquez" userId="8c73a2a4-758b-4e34-81ed-39462e48bd92" providerId="ADAL" clId="{83A706B2-AA95-4CDC-834C-F4D908C80230}" dt="2025-02-09T23:02:26.970" v="32" actId="20577"/>
          <ac:spMkLst>
            <pc:docMk/>
            <pc:sldMk cId="730501311" sldId="290"/>
            <ac:spMk id="8" creationId="{E9BD6C85-02F1-7B54-41E3-E3D9883786D8}"/>
          </ac:spMkLst>
        </pc:spChg>
        <pc:spChg chg="add mod">
          <ac:chgData name="Christian Camilo Cano Vasquez" userId="8c73a2a4-758b-4e34-81ed-39462e48bd92" providerId="ADAL" clId="{83A706B2-AA95-4CDC-834C-F4D908C80230}" dt="2025-02-09T23:02:32.780" v="33"/>
          <ac:spMkLst>
            <pc:docMk/>
            <pc:sldMk cId="730501311" sldId="290"/>
            <ac:spMk id="9" creationId="{7431A41C-EEB3-44D0-4622-A915E258C8F0}"/>
          </ac:spMkLst>
        </pc:spChg>
        <pc:spChg chg="mod">
          <ac:chgData name="Christian Camilo Cano Vasquez" userId="8c73a2a4-758b-4e34-81ed-39462e48bd92" providerId="ADAL" clId="{83A706B2-AA95-4CDC-834C-F4D908C80230}" dt="2025-02-09T23:24:42.493" v="173" actId="20577"/>
          <ac:spMkLst>
            <pc:docMk/>
            <pc:sldMk cId="730501311" sldId="290"/>
            <ac:spMk id="16" creationId="{471E1424-6C4B-2D9A-1352-30AFB987AD41}"/>
          </ac:spMkLst>
        </pc:spChg>
      </pc:sldChg>
      <pc:sldChg chg="addSp delSp modSp mod">
        <pc:chgData name="Christian Camilo Cano Vasquez" userId="8c73a2a4-758b-4e34-81ed-39462e48bd92" providerId="ADAL" clId="{83A706B2-AA95-4CDC-834C-F4D908C80230}" dt="2025-02-09T23:24:47.352" v="175" actId="20577"/>
        <pc:sldMkLst>
          <pc:docMk/>
          <pc:sldMk cId="3712356003" sldId="291"/>
        </pc:sldMkLst>
        <pc:spChg chg="mod">
          <ac:chgData name="Christian Camilo Cano Vasquez" userId="8c73a2a4-758b-4e34-81ed-39462e48bd92" providerId="ADAL" clId="{83A706B2-AA95-4CDC-834C-F4D908C80230}" dt="2025-02-09T23:15:16.003" v="106" actId="20577"/>
          <ac:spMkLst>
            <pc:docMk/>
            <pc:sldMk cId="3712356003" sldId="291"/>
            <ac:spMk id="2" creationId="{CA5F0FDF-2A95-453B-4ECA-AEB637FF2694}"/>
          </ac:spMkLst>
        </pc:spChg>
        <pc:spChg chg="add mod">
          <ac:chgData name="Christian Camilo Cano Vasquez" userId="8c73a2a4-758b-4e34-81ed-39462e48bd92" providerId="ADAL" clId="{83A706B2-AA95-4CDC-834C-F4D908C80230}" dt="2025-02-09T23:14:26.914" v="81" actId="1035"/>
          <ac:spMkLst>
            <pc:docMk/>
            <pc:sldMk cId="3712356003" sldId="291"/>
            <ac:spMk id="4" creationId="{FB4B77A0-B37C-3130-FB52-4E560C66946F}"/>
          </ac:spMkLst>
        </pc:spChg>
        <pc:spChg chg="add mod">
          <ac:chgData name="Christian Camilo Cano Vasquez" userId="8c73a2a4-758b-4e34-81ed-39462e48bd92" providerId="ADAL" clId="{83A706B2-AA95-4CDC-834C-F4D908C80230}" dt="2025-02-09T23:14:26.914" v="81" actId="1035"/>
          <ac:spMkLst>
            <pc:docMk/>
            <pc:sldMk cId="3712356003" sldId="291"/>
            <ac:spMk id="5" creationId="{DA7ECAA3-0876-C0FB-D7E5-448FCC5ED226}"/>
          </ac:spMkLst>
        </pc:spChg>
        <pc:spChg chg="del">
          <ac:chgData name="Christian Camilo Cano Vasquez" userId="8c73a2a4-758b-4e34-81ed-39462e48bd92" providerId="ADAL" clId="{83A706B2-AA95-4CDC-834C-F4D908C80230}" dt="2025-02-09T23:09:07.294" v="48" actId="478"/>
          <ac:spMkLst>
            <pc:docMk/>
            <pc:sldMk cId="3712356003" sldId="291"/>
            <ac:spMk id="7" creationId="{21F754A5-65BC-14A3-5F55-75716FFA9027}"/>
          </ac:spMkLst>
        </pc:spChg>
        <pc:spChg chg="del">
          <ac:chgData name="Christian Camilo Cano Vasquez" userId="8c73a2a4-758b-4e34-81ed-39462e48bd92" providerId="ADAL" clId="{83A706B2-AA95-4CDC-834C-F4D908C80230}" dt="2025-02-09T23:09:11.050" v="49" actId="478"/>
          <ac:spMkLst>
            <pc:docMk/>
            <pc:sldMk cId="3712356003" sldId="291"/>
            <ac:spMk id="8" creationId="{CD9C65D4-5494-F5CE-1094-CB0A32C33876}"/>
          </ac:spMkLst>
        </pc:spChg>
        <pc:spChg chg="add mod">
          <ac:chgData name="Christian Camilo Cano Vasquez" userId="8c73a2a4-758b-4e34-81ed-39462e48bd92" providerId="ADAL" clId="{83A706B2-AA95-4CDC-834C-F4D908C80230}" dt="2025-02-09T23:14:26.914" v="81" actId="1035"/>
          <ac:spMkLst>
            <pc:docMk/>
            <pc:sldMk cId="3712356003" sldId="291"/>
            <ac:spMk id="9" creationId="{C1467207-8D05-D4C6-EBD2-209F796AE977}"/>
          </ac:spMkLst>
        </pc:spChg>
        <pc:spChg chg="add mod">
          <ac:chgData name="Christian Camilo Cano Vasquez" userId="8c73a2a4-758b-4e34-81ed-39462e48bd92" providerId="ADAL" clId="{83A706B2-AA95-4CDC-834C-F4D908C80230}" dt="2025-02-09T23:14:26.914" v="81" actId="1035"/>
          <ac:spMkLst>
            <pc:docMk/>
            <pc:sldMk cId="3712356003" sldId="291"/>
            <ac:spMk id="10" creationId="{32E39C0C-95E1-ED90-891A-5D634D9DB76B}"/>
          </ac:spMkLst>
        </pc:spChg>
        <pc:spChg chg="mod">
          <ac:chgData name="Christian Camilo Cano Vasquez" userId="8c73a2a4-758b-4e34-81ed-39462e48bd92" providerId="ADAL" clId="{83A706B2-AA95-4CDC-834C-F4D908C80230}" dt="2025-02-09T23:24:47.352" v="175" actId="20577"/>
          <ac:spMkLst>
            <pc:docMk/>
            <pc:sldMk cId="3712356003" sldId="291"/>
            <ac:spMk id="16" creationId="{5431EA70-9578-8BF1-5A05-77CDC26788B4}"/>
          </ac:spMkLst>
        </pc:spChg>
        <pc:picChg chg="del">
          <ac:chgData name="Christian Camilo Cano Vasquez" userId="8c73a2a4-758b-4e34-81ed-39462e48bd92" providerId="ADAL" clId="{83A706B2-AA95-4CDC-834C-F4D908C80230}" dt="2025-02-09T23:08:10.270" v="47" actId="478"/>
          <ac:picMkLst>
            <pc:docMk/>
            <pc:sldMk cId="3712356003" sldId="291"/>
            <ac:picMk id="6" creationId="{380A8455-6386-C7D5-7BB6-B79D8D91F0EF}"/>
          </ac:picMkLst>
        </pc:picChg>
      </pc:sldChg>
      <pc:sldChg chg="addSp delSp modSp mod">
        <pc:chgData name="Christian Camilo Cano Vasquez" userId="8c73a2a4-758b-4e34-81ed-39462e48bd92" providerId="ADAL" clId="{83A706B2-AA95-4CDC-834C-F4D908C80230}" dt="2025-02-09T23:31:23.910" v="296" actId="20577"/>
        <pc:sldMkLst>
          <pc:docMk/>
          <pc:sldMk cId="2900117438" sldId="292"/>
        </pc:sldMkLst>
        <pc:spChg chg="mod">
          <ac:chgData name="Christian Camilo Cano Vasquez" userId="8c73a2a4-758b-4e34-81ed-39462e48bd92" providerId="ADAL" clId="{83A706B2-AA95-4CDC-834C-F4D908C80230}" dt="2025-02-09T23:31:23.910" v="296" actId="20577"/>
          <ac:spMkLst>
            <pc:docMk/>
            <pc:sldMk cId="2900117438" sldId="292"/>
            <ac:spMk id="2" creationId="{82A62DD6-5488-72A1-9926-0CAEE59089A9}"/>
          </ac:spMkLst>
        </pc:spChg>
        <pc:spChg chg="add mod">
          <ac:chgData name="Christian Camilo Cano Vasquez" userId="8c73a2a4-758b-4e34-81ed-39462e48bd92" providerId="ADAL" clId="{83A706B2-AA95-4CDC-834C-F4D908C80230}" dt="2025-02-09T23:30:25.991" v="253"/>
          <ac:spMkLst>
            <pc:docMk/>
            <pc:sldMk cId="2900117438" sldId="292"/>
            <ac:spMk id="4" creationId="{796EDE51-D41E-C23B-F402-2F7357DE8714}"/>
          </ac:spMkLst>
        </pc:spChg>
        <pc:spChg chg="add mod">
          <ac:chgData name="Christian Camilo Cano Vasquez" userId="8c73a2a4-758b-4e34-81ed-39462e48bd92" providerId="ADAL" clId="{83A706B2-AA95-4CDC-834C-F4D908C80230}" dt="2025-02-09T23:30:25.991" v="253"/>
          <ac:spMkLst>
            <pc:docMk/>
            <pc:sldMk cId="2900117438" sldId="292"/>
            <ac:spMk id="5" creationId="{5A3233C9-FE6F-52D8-4D87-224222BDA8E1}"/>
          </ac:spMkLst>
        </pc:spChg>
        <pc:spChg chg="add mod">
          <ac:chgData name="Christian Camilo Cano Vasquez" userId="8c73a2a4-758b-4e34-81ed-39462e48bd92" providerId="ADAL" clId="{83A706B2-AA95-4CDC-834C-F4D908C80230}" dt="2025-02-09T23:30:25.991" v="253"/>
          <ac:spMkLst>
            <pc:docMk/>
            <pc:sldMk cId="2900117438" sldId="292"/>
            <ac:spMk id="6" creationId="{0C016548-01A2-6E58-B80D-148384B98EB3}"/>
          </ac:spMkLst>
        </pc:spChg>
        <pc:spChg chg="del">
          <ac:chgData name="Christian Camilo Cano Vasquez" userId="8c73a2a4-758b-4e34-81ed-39462e48bd92" providerId="ADAL" clId="{83A706B2-AA95-4CDC-834C-F4D908C80230}" dt="2025-02-09T23:30:21.832" v="251" actId="478"/>
          <ac:spMkLst>
            <pc:docMk/>
            <pc:sldMk cId="2900117438" sldId="292"/>
            <ac:spMk id="7" creationId="{FBC7D187-267A-ADD4-764C-D3820B8ED302}"/>
          </ac:spMkLst>
        </pc:spChg>
        <pc:spChg chg="del">
          <ac:chgData name="Christian Camilo Cano Vasquez" userId="8c73a2a4-758b-4e34-81ed-39462e48bd92" providerId="ADAL" clId="{83A706B2-AA95-4CDC-834C-F4D908C80230}" dt="2025-02-09T23:30:25.360" v="252" actId="478"/>
          <ac:spMkLst>
            <pc:docMk/>
            <pc:sldMk cId="2900117438" sldId="292"/>
            <ac:spMk id="8" creationId="{1EF5BFDA-8EC1-8C73-A932-F36C4DB93C73}"/>
          </ac:spMkLst>
        </pc:spChg>
        <pc:spChg chg="add mod">
          <ac:chgData name="Christian Camilo Cano Vasquez" userId="8c73a2a4-758b-4e34-81ed-39462e48bd92" providerId="ADAL" clId="{83A706B2-AA95-4CDC-834C-F4D908C80230}" dt="2025-02-09T23:30:25.991" v="253"/>
          <ac:spMkLst>
            <pc:docMk/>
            <pc:sldMk cId="2900117438" sldId="292"/>
            <ac:spMk id="9" creationId="{075D03BE-0D6A-89E5-3C68-D7BD97B4676E}"/>
          </ac:spMkLst>
        </pc:spChg>
        <pc:spChg chg="add mod">
          <ac:chgData name="Christian Camilo Cano Vasquez" userId="8c73a2a4-758b-4e34-81ed-39462e48bd92" providerId="ADAL" clId="{83A706B2-AA95-4CDC-834C-F4D908C80230}" dt="2025-02-09T23:30:25.991" v="253"/>
          <ac:spMkLst>
            <pc:docMk/>
            <pc:sldMk cId="2900117438" sldId="292"/>
            <ac:spMk id="10" creationId="{AC01EDEE-71CC-C570-700B-076F03FCF7E1}"/>
          </ac:spMkLst>
        </pc:spChg>
        <pc:spChg chg="mod">
          <ac:chgData name="Christian Camilo Cano Vasquez" userId="8c73a2a4-758b-4e34-81ed-39462e48bd92" providerId="ADAL" clId="{83A706B2-AA95-4CDC-834C-F4D908C80230}" dt="2025-02-09T23:29:51.940" v="250" actId="20577"/>
          <ac:spMkLst>
            <pc:docMk/>
            <pc:sldMk cId="2900117438" sldId="292"/>
            <ac:spMk id="16" creationId="{6AA2E789-F7AE-F068-274C-E0F13A22DBCA}"/>
          </ac:spMkLst>
        </pc:spChg>
      </pc:sldChg>
      <pc:sldChg chg="del">
        <pc:chgData name="Christian Camilo Cano Vasquez" userId="8c73a2a4-758b-4e34-81ed-39462e48bd92" providerId="ADAL" clId="{83A706B2-AA95-4CDC-834C-F4D908C80230}" dt="2025-02-09T23:36:40.142" v="343" actId="47"/>
        <pc:sldMkLst>
          <pc:docMk/>
          <pc:sldMk cId="3660438245" sldId="293"/>
        </pc:sldMkLst>
      </pc:sldChg>
      <pc:sldChg chg="addSp delSp modSp mod">
        <pc:chgData name="Christian Camilo Cano Vasquez" userId="8c73a2a4-758b-4e34-81ed-39462e48bd92" providerId="ADAL" clId="{83A706B2-AA95-4CDC-834C-F4D908C80230}" dt="2025-02-09T23:43:58.113" v="517" actId="20577"/>
        <pc:sldMkLst>
          <pc:docMk/>
          <pc:sldMk cId="2815679427" sldId="294"/>
        </pc:sldMkLst>
        <pc:spChg chg="add del mod">
          <ac:chgData name="Christian Camilo Cano Vasquez" userId="8c73a2a4-758b-4e34-81ed-39462e48bd92" providerId="ADAL" clId="{83A706B2-AA95-4CDC-834C-F4D908C80230}" dt="2025-02-09T23:39:50.840" v="385" actId="20577"/>
          <ac:spMkLst>
            <pc:docMk/>
            <pc:sldMk cId="2815679427" sldId="294"/>
            <ac:spMk id="2" creationId="{B5029729-ADF3-3B30-4FF9-83BE1DB82BD7}"/>
          </ac:spMkLst>
        </pc:spChg>
        <pc:spChg chg="add mod">
          <ac:chgData name="Christian Camilo Cano Vasquez" userId="8c73a2a4-758b-4e34-81ed-39462e48bd92" providerId="ADAL" clId="{83A706B2-AA95-4CDC-834C-F4D908C80230}" dt="2025-02-09T23:38:32.744" v="355" actId="1076"/>
          <ac:spMkLst>
            <pc:docMk/>
            <pc:sldMk cId="2815679427" sldId="294"/>
            <ac:spMk id="4" creationId="{06A90612-6654-786D-6F6A-F4EA67014379}"/>
          </ac:spMkLst>
        </pc:spChg>
        <pc:spChg chg="add mod">
          <ac:chgData name="Christian Camilo Cano Vasquez" userId="8c73a2a4-758b-4e34-81ed-39462e48bd92" providerId="ADAL" clId="{83A706B2-AA95-4CDC-834C-F4D908C80230}" dt="2025-02-09T23:38:32.744" v="355" actId="1076"/>
          <ac:spMkLst>
            <pc:docMk/>
            <pc:sldMk cId="2815679427" sldId="294"/>
            <ac:spMk id="5" creationId="{5032AC03-DEF1-DAF0-236E-A42778A7A062}"/>
          </ac:spMkLst>
        </pc:spChg>
        <pc:spChg chg="add mod">
          <ac:chgData name="Christian Camilo Cano Vasquez" userId="8c73a2a4-758b-4e34-81ed-39462e48bd92" providerId="ADAL" clId="{83A706B2-AA95-4CDC-834C-F4D908C80230}" dt="2025-02-09T23:37:46.370" v="351"/>
          <ac:spMkLst>
            <pc:docMk/>
            <pc:sldMk cId="2815679427" sldId="294"/>
            <ac:spMk id="6" creationId="{3338A34B-BF11-73AC-D891-565FD218C2F6}"/>
          </ac:spMkLst>
        </pc:spChg>
        <pc:spChg chg="add del mod">
          <ac:chgData name="Christian Camilo Cano Vasquez" userId="8c73a2a4-758b-4e34-81ed-39462e48bd92" providerId="ADAL" clId="{83A706B2-AA95-4CDC-834C-F4D908C80230}" dt="2025-02-09T23:39:04.073" v="372" actId="1036"/>
          <ac:spMkLst>
            <pc:docMk/>
            <pc:sldMk cId="2815679427" sldId="294"/>
            <ac:spMk id="7" creationId="{98DE5FDA-4E91-E843-E84A-1467BFAA9986}"/>
          </ac:spMkLst>
        </pc:spChg>
        <pc:spChg chg="add del mod">
          <ac:chgData name="Christian Camilo Cano Vasquez" userId="8c73a2a4-758b-4e34-81ed-39462e48bd92" providerId="ADAL" clId="{83A706B2-AA95-4CDC-834C-F4D908C80230}" dt="2025-02-09T23:43:58.113" v="517" actId="20577"/>
          <ac:spMkLst>
            <pc:docMk/>
            <pc:sldMk cId="2815679427" sldId="294"/>
            <ac:spMk id="8" creationId="{0DA14DBA-172E-DA2C-0573-6A00BF18F4A5}"/>
          </ac:spMkLst>
        </pc:spChg>
        <pc:spChg chg="add mod">
          <ac:chgData name="Christian Camilo Cano Vasquez" userId="8c73a2a4-758b-4e34-81ed-39462e48bd92" providerId="ADAL" clId="{83A706B2-AA95-4CDC-834C-F4D908C80230}" dt="2025-02-09T23:38:32.744" v="355" actId="1076"/>
          <ac:spMkLst>
            <pc:docMk/>
            <pc:sldMk cId="2815679427" sldId="294"/>
            <ac:spMk id="9" creationId="{4D1551B0-A822-E426-5721-B1FC37702FCB}"/>
          </ac:spMkLst>
        </pc:spChg>
        <pc:spChg chg="add mod">
          <ac:chgData name="Christian Camilo Cano Vasquez" userId="8c73a2a4-758b-4e34-81ed-39462e48bd92" providerId="ADAL" clId="{83A706B2-AA95-4CDC-834C-F4D908C80230}" dt="2025-02-09T23:38:32.744" v="355" actId="1076"/>
          <ac:spMkLst>
            <pc:docMk/>
            <pc:sldMk cId="2815679427" sldId="294"/>
            <ac:spMk id="11" creationId="{EFED69C0-44A5-9995-03AC-A48118DEE677}"/>
          </ac:spMkLst>
        </pc:spChg>
        <pc:spChg chg="mod">
          <ac:chgData name="Christian Camilo Cano Vasquez" userId="8c73a2a4-758b-4e34-81ed-39462e48bd92" providerId="ADAL" clId="{83A706B2-AA95-4CDC-834C-F4D908C80230}" dt="2025-02-09T23:38:57.830" v="367" actId="20577"/>
          <ac:spMkLst>
            <pc:docMk/>
            <pc:sldMk cId="2815679427" sldId="294"/>
            <ac:spMk id="16" creationId="{2B8D44BF-A3B5-6BED-C39C-FA8260E83536}"/>
          </ac:spMkLst>
        </pc:spChg>
        <pc:picChg chg="add mod">
          <ac:chgData name="Christian Camilo Cano Vasquez" userId="8c73a2a4-758b-4e34-81ed-39462e48bd92" providerId="ADAL" clId="{83A706B2-AA95-4CDC-834C-F4D908C80230}" dt="2025-02-09T23:38:32.744" v="355" actId="1076"/>
          <ac:picMkLst>
            <pc:docMk/>
            <pc:sldMk cId="2815679427" sldId="294"/>
            <ac:picMk id="10" creationId="{EA7B2FC2-D98A-62A1-228C-2882147646FE}"/>
          </ac:picMkLst>
        </pc:picChg>
      </pc:sldChg>
      <pc:sldChg chg="addSp delSp modSp new mod">
        <pc:chgData name="Christian Camilo Cano Vasquez" userId="8c73a2a4-758b-4e34-81ed-39462e48bd92" providerId="ADAL" clId="{83A706B2-AA95-4CDC-834C-F4D908C80230}" dt="2025-02-09T23:17:54.551" v="115" actId="403"/>
        <pc:sldMkLst>
          <pc:docMk/>
          <pc:sldMk cId="1640019522" sldId="295"/>
        </pc:sldMkLst>
        <pc:spChg chg="del">
          <ac:chgData name="Christian Camilo Cano Vasquez" userId="8c73a2a4-758b-4e34-81ed-39462e48bd92" providerId="ADAL" clId="{83A706B2-AA95-4CDC-834C-F4D908C80230}" dt="2025-02-09T23:17:37.829" v="108" actId="478"/>
          <ac:spMkLst>
            <pc:docMk/>
            <pc:sldMk cId="1640019522" sldId="295"/>
            <ac:spMk id="2" creationId="{5D66A4B3-0EC3-435E-57A3-EB664561ABDB}"/>
          </ac:spMkLst>
        </pc:spChg>
        <pc:spChg chg="del">
          <ac:chgData name="Christian Camilo Cano Vasquez" userId="8c73a2a4-758b-4e34-81ed-39462e48bd92" providerId="ADAL" clId="{83A706B2-AA95-4CDC-834C-F4D908C80230}" dt="2025-02-09T23:17:45.590" v="109"/>
          <ac:spMkLst>
            <pc:docMk/>
            <pc:sldMk cId="1640019522" sldId="295"/>
            <ac:spMk id="3" creationId="{A7B12427-6892-E9F1-A7EF-25CEDC14529C}"/>
          </ac:spMkLst>
        </pc:spChg>
        <pc:spChg chg="add mod">
          <ac:chgData name="Christian Camilo Cano Vasquez" userId="8c73a2a4-758b-4e34-81ed-39462e48bd92" providerId="ADAL" clId="{83A706B2-AA95-4CDC-834C-F4D908C80230}" dt="2025-02-09T23:17:54.551" v="115" actId="403"/>
          <ac:spMkLst>
            <pc:docMk/>
            <pc:sldMk cId="1640019522" sldId="295"/>
            <ac:spMk id="6" creationId="{AF6692CA-D0D0-2BAF-E673-933E02AE2BB8}"/>
          </ac:spMkLst>
        </pc:spChg>
      </pc:sldChg>
      <pc:sldChg chg="modSp add mod">
        <pc:chgData name="Christian Camilo Cano Vasquez" userId="8c73a2a4-758b-4e34-81ed-39462e48bd92" providerId="ADAL" clId="{83A706B2-AA95-4CDC-834C-F4D908C80230}" dt="2025-02-09T23:18:46.605" v="158" actId="20577"/>
        <pc:sldMkLst>
          <pc:docMk/>
          <pc:sldMk cId="3873318961" sldId="296"/>
        </pc:sldMkLst>
        <pc:spChg chg="mod">
          <ac:chgData name="Christian Camilo Cano Vasquez" userId="8c73a2a4-758b-4e34-81ed-39462e48bd92" providerId="ADAL" clId="{83A706B2-AA95-4CDC-834C-F4D908C80230}" dt="2025-02-09T23:18:46.605" v="158" actId="20577"/>
          <ac:spMkLst>
            <pc:docMk/>
            <pc:sldMk cId="3873318961" sldId="296"/>
            <ac:spMk id="6" creationId="{8111062F-F9A0-241E-6CCB-6E8BE4D8C60A}"/>
          </ac:spMkLst>
        </pc:spChg>
      </pc:sldChg>
      <pc:sldChg chg="modSp add mod">
        <pc:chgData name="Christian Camilo Cano Vasquez" userId="8c73a2a4-758b-4e34-81ed-39462e48bd92" providerId="ADAL" clId="{83A706B2-AA95-4CDC-834C-F4D908C80230}" dt="2025-02-10T11:46:25.185" v="655" actId="20577"/>
        <pc:sldMkLst>
          <pc:docMk/>
          <pc:sldMk cId="3454032079" sldId="297"/>
        </pc:sldMkLst>
        <pc:spChg chg="mod">
          <ac:chgData name="Christian Camilo Cano Vasquez" userId="8c73a2a4-758b-4e34-81ed-39462e48bd92" providerId="ADAL" clId="{83A706B2-AA95-4CDC-834C-F4D908C80230}" dt="2025-02-09T23:26:45.534" v="237" actId="20577"/>
          <ac:spMkLst>
            <pc:docMk/>
            <pc:sldMk cId="3454032079" sldId="297"/>
            <ac:spMk id="2" creationId="{181326FD-308E-2C47-D5D2-57B3357241AA}"/>
          </ac:spMkLst>
        </pc:spChg>
        <pc:spChg chg="mod">
          <ac:chgData name="Christian Camilo Cano Vasquez" userId="8c73a2a4-758b-4e34-81ed-39462e48bd92" providerId="ADAL" clId="{83A706B2-AA95-4CDC-834C-F4D908C80230}" dt="2025-02-09T23:26:13.591" v="226" actId="20577"/>
          <ac:spMkLst>
            <pc:docMk/>
            <pc:sldMk cId="3454032079" sldId="297"/>
            <ac:spMk id="8" creationId="{B08C2240-8810-4E0A-7DCF-E62A8271EA2E}"/>
          </ac:spMkLst>
        </pc:spChg>
        <pc:spChg chg="mod">
          <ac:chgData name="Christian Camilo Cano Vasquez" userId="8c73a2a4-758b-4e34-81ed-39462e48bd92" providerId="ADAL" clId="{83A706B2-AA95-4CDC-834C-F4D908C80230}" dt="2025-02-09T23:26:17.294" v="229" actId="20577"/>
          <ac:spMkLst>
            <pc:docMk/>
            <pc:sldMk cId="3454032079" sldId="297"/>
            <ac:spMk id="9" creationId="{BBDDC809-0F06-CBE2-4D1A-3A2FA36C33A8}"/>
          </ac:spMkLst>
        </pc:spChg>
        <pc:spChg chg="mod">
          <ac:chgData name="Christian Camilo Cano Vasquez" userId="8c73a2a4-758b-4e34-81ed-39462e48bd92" providerId="ADAL" clId="{83A706B2-AA95-4CDC-834C-F4D908C80230}" dt="2025-02-10T11:46:25.185" v="655" actId="20577"/>
          <ac:spMkLst>
            <pc:docMk/>
            <pc:sldMk cId="3454032079" sldId="297"/>
            <ac:spMk id="16" creationId="{5AC39480-E3E5-69B1-401F-A50C45531EF2}"/>
          </ac:spMkLst>
        </pc:spChg>
      </pc:sldChg>
      <pc:sldChg chg="modSp add mod">
        <pc:chgData name="Christian Camilo Cano Vasquez" userId="8c73a2a4-758b-4e34-81ed-39462e48bd92" providerId="ADAL" clId="{83A706B2-AA95-4CDC-834C-F4D908C80230}" dt="2025-02-09T23:36:30.584" v="342" actId="20577"/>
        <pc:sldMkLst>
          <pc:docMk/>
          <pc:sldMk cId="2103719889" sldId="298"/>
        </pc:sldMkLst>
        <pc:spChg chg="mod">
          <ac:chgData name="Christian Camilo Cano Vasquez" userId="8c73a2a4-758b-4e34-81ed-39462e48bd92" providerId="ADAL" clId="{83A706B2-AA95-4CDC-834C-F4D908C80230}" dt="2025-02-09T23:36:30.584" v="342" actId="20577"/>
          <ac:spMkLst>
            <pc:docMk/>
            <pc:sldMk cId="2103719889" sldId="298"/>
            <ac:spMk id="2" creationId="{8D88CB07-C5F5-9BB7-9F41-E171F0F0E2B9}"/>
          </ac:spMkLst>
        </pc:spChg>
        <pc:spChg chg="mod">
          <ac:chgData name="Christian Camilo Cano Vasquez" userId="8c73a2a4-758b-4e34-81ed-39462e48bd92" providerId="ADAL" clId="{83A706B2-AA95-4CDC-834C-F4D908C80230}" dt="2025-02-09T23:35:30.421" v="324" actId="20577"/>
          <ac:spMkLst>
            <pc:docMk/>
            <pc:sldMk cId="2103719889" sldId="298"/>
            <ac:spMk id="9" creationId="{2BDFECD2-156D-6697-CFBF-8CD783F9B986}"/>
          </ac:spMkLst>
        </pc:spChg>
        <pc:spChg chg="mod">
          <ac:chgData name="Christian Camilo Cano Vasquez" userId="8c73a2a4-758b-4e34-81ed-39462e48bd92" providerId="ADAL" clId="{83A706B2-AA95-4CDC-834C-F4D908C80230}" dt="2025-02-09T23:35:34.437" v="331" actId="20577"/>
          <ac:spMkLst>
            <pc:docMk/>
            <pc:sldMk cId="2103719889" sldId="298"/>
            <ac:spMk id="10" creationId="{3BFC64CA-DE35-A528-CF09-36A26DB3DEE4}"/>
          </ac:spMkLst>
        </pc:spChg>
        <pc:spChg chg="mod">
          <ac:chgData name="Christian Camilo Cano Vasquez" userId="8c73a2a4-758b-4e34-81ed-39462e48bd92" providerId="ADAL" clId="{83A706B2-AA95-4CDC-834C-F4D908C80230}" dt="2025-02-09T23:35:16.010" v="319" actId="20577"/>
          <ac:spMkLst>
            <pc:docMk/>
            <pc:sldMk cId="2103719889" sldId="298"/>
            <ac:spMk id="16" creationId="{53FFBD12-4EFF-41C1-4765-2AD268B2BD94}"/>
          </ac:spMkLst>
        </pc:spChg>
      </pc:sldChg>
      <pc:sldChg chg="modSp add mod">
        <pc:chgData name="Christian Camilo Cano Vasquez" userId="8c73a2a4-758b-4e34-81ed-39462e48bd92" providerId="ADAL" clId="{83A706B2-AA95-4CDC-834C-F4D908C80230}" dt="2025-02-09T23:43:30.035" v="490" actId="20577"/>
        <pc:sldMkLst>
          <pc:docMk/>
          <pc:sldMk cId="2685215753" sldId="299"/>
        </pc:sldMkLst>
        <pc:spChg chg="mod">
          <ac:chgData name="Christian Camilo Cano Vasquez" userId="8c73a2a4-758b-4e34-81ed-39462e48bd92" providerId="ADAL" clId="{83A706B2-AA95-4CDC-834C-F4D908C80230}" dt="2025-02-09T23:43:30.035" v="490" actId="20577"/>
          <ac:spMkLst>
            <pc:docMk/>
            <pc:sldMk cId="2685215753" sldId="299"/>
            <ac:spMk id="2" creationId="{43D7D9E5-DAC3-2BB8-7377-826863CBAD4E}"/>
          </ac:spMkLst>
        </pc:spChg>
        <pc:spChg chg="mod">
          <ac:chgData name="Christian Camilo Cano Vasquez" userId="8c73a2a4-758b-4e34-81ed-39462e48bd92" providerId="ADAL" clId="{83A706B2-AA95-4CDC-834C-F4D908C80230}" dt="2025-02-09T23:43:03.787" v="468" actId="1076"/>
          <ac:spMkLst>
            <pc:docMk/>
            <pc:sldMk cId="2685215753" sldId="299"/>
            <ac:spMk id="8" creationId="{643565A9-7DB6-D6EE-152F-2852C8BA7986}"/>
          </ac:spMkLst>
        </pc:spChg>
        <pc:spChg chg="mod">
          <ac:chgData name="Christian Camilo Cano Vasquez" userId="8c73a2a4-758b-4e34-81ed-39462e48bd92" providerId="ADAL" clId="{83A706B2-AA95-4CDC-834C-F4D908C80230}" dt="2025-02-09T23:43:18.188" v="482" actId="20577"/>
          <ac:spMkLst>
            <pc:docMk/>
            <pc:sldMk cId="2685215753" sldId="299"/>
            <ac:spMk id="16" creationId="{C096193E-AB86-E3CD-BDAC-0F9156C1A3F0}"/>
          </ac:spMkLst>
        </pc:spChg>
      </pc:sldChg>
      <pc:sldChg chg="modSp add mod">
        <pc:chgData name="Christian Camilo Cano Vasquez" userId="8c73a2a4-758b-4e34-81ed-39462e48bd92" providerId="ADAL" clId="{83A706B2-AA95-4CDC-834C-F4D908C80230}" dt="2025-02-09T23:48:20.230" v="543" actId="20577"/>
        <pc:sldMkLst>
          <pc:docMk/>
          <pc:sldMk cId="1023731220" sldId="300"/>
        </pc:sldMkLst>
        <pc:spChg chg="mod">
          <ac:chgData name="Christian Camilo Cano Vasquez" userId="8c73a2a4-758b-4e34-81ed-39462e48bd92" providerId="ADAL" clId="{83A706B2-AA95-4CDC-834C-F4D908C80230}" dt="2025-02-09T23:45:57.548" v="541" actId="20577"/>
          <ac:spMkLst>
            <pc:docMk/>
            <pc:sldMk cId="1023731220" sldId="300"/>
            <ac:spMk id="8" creationId="{B0CFB20A-64F3-A296-71E8-F4FA17D35314}"/>
          </ac:spMkLst>
        </pc:spChg>
        <pc:spChg chg="mod">
          <ac:chgData name="Christian Camilo Cano Vasquez" userId="8c73a2a4-758b-4e34-81ed-39462e48bd92" providerId="ADAL" clId="{83A706B2-AA95-4CDC-834C-F4D908C80230}" dt="2025-02-09T23:48:20.230" v="543" actId="20577"/>
          <ac:spMkLst>
            <pc:docMk/>
            <pc:sldMk cId="1023731220" sldId="300"/>
            <ac:spMk id="16" creationId="{E1662E38-DE72-ADF3-A38E-08ED40DCC2AD}"/>
          </ac:spMkLst>
        </pc:spChg>
      </pc:sldChg>
      <pc:sldChg chg="modSp add mod">
        <pc:chgData name="Christian Camilo Cano Vasquez" userId="8c73a2a4-758b-4e34-81ed-39462e48bd92" providerId="ADAL" clId="{83A706B2-AA95-4CDC-834C-F4D908C80230}" dt="2025-02-10T08:28:14.084" v="652" actId="20577"/>
        <pc:sldMkLst>
          <pc:docMk/>
          <pc:sldMk cId="699864314" sldId="301"/>
        </pc:sldMkLst>
        <pc:spChg chg="mod">
          <ac:chgData name="Christian Camilo Cano Vasquez" userId="8c73a2a4-758b-4e34-81ed-39462e48bd92" providerId="ADAL" clId="{83A706B2-AA95-4CDC-834C-F4D908C80230}" dt="2025-02-09T23:49:32.025" v="650" actId="20577"/>
          <ac:spMkLst>
            <pc:docMk/>
            <pc:sldMk cId="699864314" sldId="301"/>
            <ac:spMk id="2" creationId="{42D73A2E-0E5A-8A39-6B70-F9E94D6DBB70}"/>
          </ac:spMkLst>
        </pc:spChg>
        <pc:spChg chg="mod">
          <ac:chgData name="Christian Camilo Cano Vasquez" userId="8c73a2a4-758b-4e34-81ed-39462e48bd92" providerId="ADAL" clId="{83A706B2-AA95-4CDC-834C-F4D908C80230}" dt="2025-02-10T08:28:14.084" v="652" actId="20577"/>
          <ac:spMkLst>
            <pc:docMk/>
            <pc:sldMk cId="699864314" sldId="301"/>
            <ac:spMk id="16" creationId="{1E256546-3103-104D-A87F-78AEBE5D595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09/03/2026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09/03/2026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916C8-5B29-7D3D-F8FD-EAA14A5029B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092C7B2-D1CF-685C-0FE2-86D02C0252F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3B982F2-AB38-0F46-30D8-5E6F3AEC979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A8D9170-8E50-5136-6BF9-5D7D0FFB54DB}"/>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2826699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5433C-0147-2981-F821-D670A13241D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0E2EDD1-57BF-F66C-9963-0621E0F545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2B7737E-5482-C9D4-C181-040CBD42251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079DA3-DC8C-4F3F-105A-2DB67FE9AD60}"/>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006142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13AB0-266F-DF08-D919-B88FFCEB135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4037761-C3AA-DFD2-0719-F39A1F48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79C8F57-8A24-8145-69AC-9C54F5967A7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0D72B7F-C26E-4235-15AE-A706CA7D10CB}"/>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10606744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4.sv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01.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0.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0.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0.png"/><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https://github.com/cccanvas-upv/pic-upv-lab2.git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length and coupling coefficient</a:t>
            </a:r>
            <a:br>
              <a:rPr lang="en-US" sz="2500" spc="-5" dirty="0">
                <a:latin typeface="+mj-lt"/>
                <a:cs typeface="Lucida Sans"/>
              </a:rPr>
            </a:br>
            <a:r>
              <a:rPr lang="en-US" b="0" dirty="0"/>
              <a:t>Wavelength 1.5 µm – width 1.2 µm – gap 0.6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pPr algn="just"/>
            <a:r>
              <a:rPr lang="en-US" sz="1200" dirty="0">
                <a:latin typeface="Arial" panose="020B0604020202020204" pitchFamily="34" charset="0"/>
                <a:cs typeface="Arial" panose="020B0604020202020204" pitchFamily="34" charset="0"/>
              </a:rPr>
              <a:t>In the graph above, the coupling coefficient in terms of the proportion L/</a:t>
            </a:r>
            <a:r>
              <a:rPr lang="en-US" sz="1200" dirty="0" err="1">
                <a:latin typeface="Arial" panose="020B0604020202020204" pitchFamily="34" charset="0"/>
                <a:cs typeface="Arial" panose="020B0604020202020204" pitchFamily="34" charset="0"/>
              </a:rPr>
              <a:t>L_pi</a:t>
            </a:r>
            <a:r>
              <a:rPr lang="en-US" sz="1200" dirty="0">
                <a:latin typeface="Arial" panose="020B0604020202020204" pitchFamily="34" charset="0"/>
                <a:cs typeface="Arial" panose="020B0604020202020204" pitchFamily="34" charset="0"/>
              </a:rPr>
              <a:t> is represented. This parameter indicates the proportion of energy transferred from one port to another in terms of the length of the directional coupler.</a:t>
            </a:r>
          </a:p>
          <a:p>
            <a:pPr algn="just"/>
            <a:r>
              <a:rPr lang="en-US" sz="1200" dirty="0">
                <a:latin typeface="Arial" panose="020B0604020202020204" pitchFamily="34" charset="0"/>
                <a:cs typeface="Arial" panose="020B0604020202020204" pitchFamily="34" charset="0"/>
              </a:rPr>
              <a:t>For a complete energy transfer, a distance of </a:t>
            </a:r>
            <a:r>
              <a:rPr lang="en-US" sz="1200" dirty="0" err="1">
                <a:latin typeface="Arial" panose="020B0604020202020204" pitchFamily="34" charset="0"/>
                <a:cs typeface="Arial" panose="020B0604020202020204" pitchFamily="34" charset="0"/>
              </a:rPr>
              <a:t>L_pi</a:t>
            </a:r>
            <a:r>
              <a:rPr lang="en-US" sz="1200" dirty="0">
                <a:latin typeface="Arial" panose="020B0604020202020204" pitchFamily="34" charset="0"/>
                <a:cs typeface="Arial" panose="020B0604020202020204" pitchFamily="34" charset="0"/>
              </a:rPr>
              <a:t> is required, obtaining a value k=1.0.</a:t>
            </a:r>
          </a:p>
          <a:p>
            <a:pPr algn="just"/>
            <a:r>
              <a:rPr lang="en-US" sz="1200" dirty="0">
                <a:latin typeface="Arial" panose="020B0604020202020204" pitchFamily="34" charset="0"/>
                <a:cs typeface="Arial" panose="020B0604020202020204" pitchFamily="34" charset="0"/>
              </a:rPr>
              <a:t>If we required a half power splitting, then the coupling coefficient needs to be k=0.5, which is found for L/</a:t>
            </a:r>
            <a:r>
              <a:rPr lang="en-US" sz="1200" dirty="0" err="1">
                <a:latin typeface="Arial" panose="020B0604020202020204" pitchFamily="34" charset="0"/>
                <a:cs typeface="Arial" panose="020B0604020202020204" pitchFamily="34" charset="0"/>
              </a:rPr>
              <a:t>L_pi</a:t>
            </a:r>
            <a:r>
              <a:rPr lang="en-US" sz="1200" dirty="0">
                <a:latin typeface="Arial" panose="020B0604020202020204" pitchFamily="34" charset="0"/>
                <a:cs typeface="Arial" panose="020B0604020202020204" pitchFamily="34" charset="0"/>
              </a:rPr>
              <a:t>=1.5, which means a length of 1.5 times </a:t>
            </a:r>
            <a:r>
              <a:rPr lang="en-US" sz="1200" dirty="0" err="1">
                <a:latin typeface="Arial" panose="020B0604020202020204" pitchFamily="34" charset="0"/>
                <a:cs typeface="Arial" panose="020B0604020202020204" pitchFamily="34" charset="0"/>
              </a:rPr>
              <a:t>L_pi</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3909688" y="2609722"/>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L/</a:t>
            </a:r>
            <a:r>
              <a:rPr lang="en-US" dirty="0" err="1"/>
              <a:t>Lpi</a:t>
            </a:r>
            <a:r>
              <a:rPr lang="en-US" dirty="0"/>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pic>
        <p:nvPicPr>
          <p:cNvPr id="12" name="Picture 11" descr="A graph with blue lines&#10;&#10;AI-generated content may be incorrect.">
            <a:extLst>
              <a:ext uri="{FF2B5EF4-FFF2-40B4-BE49-F238E27FC236}">
                <a16:creationId xmlns:a16="http://schemas.microsoft.com/office/drawing/2014/main" id="{C4FD822E-F47A-D7C3-F6FF-2227E61FDFC2}"/>
              </a:ext>
            </a:extLst>
          </p:cNvPr>
          <p:cNvPicPr>
            <a:picLocks noChangeAspect="1"/>
          </p:cNvPicPr>
          <p:nvPr/>
        </p:nvPicPr>
        <p:blipFill>
          <a:blip r:embed="rId6"/>
          <a:stretch>
            <a:fillRect/>
          </a:stretch>
        </p:blipFill>
        <p:spPr>
          <a:xfrm>
            <a:off x="4343400" y="1475952"/>
            <a:ext cx="5075046" cy="3216494"/>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2x2 Directional Coupler</a:t>
            </a:r>
            <a:br>
              <a:rPr lang="en-US" sz="2500" spc="-5" dirty="0">
                <a:latin typeface="+mj-lt"/>
                <a:cs typeface="Lucida Sans"/>
              </a:rPr>
            </a:br>
            <a:r>
              <a:rPr lang="en-US" b="0" dirty="0"/>
              <a:t>Width 1.2 um – Wavelength 1.55 µm </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 )</a:t>
            </a:r>
          </a:p>
          <a:p>
            <a:pPr algn="just"/>
            <a:r>
              <a:rPr lang="en-US" sz="1200" dirty="0">
                <a:latin typeface="Arial" panose="020B0604020202020204" pitchFamily="34" charset="0"/>
                <a:cs typeface="Arial" panose="020B0604020202020204" pitchFamily="34" charset="0"/>
              </a:rPr>
              <a:t>The coupling relationship ratio is shown in the printed data as 0.0013 and 0.9987 for the respective outputs. This results are coherent with the input parameters, since the DC length corresponds to </a:t>
            </a:r>
            <a:r>
              <a:rPr lang="en-US" sz="1200" dirty="0" err="1">
                <a:latin typeface="Arial" panose="020B0604020202020204" pitchFamily="34" charset="0"/>
                <a:cs typeface="Arial" panose="020B0604020202020204" pitchFamily="34" charset="0"/>
              </a:rPr>
              <a:t>L_pi</a:t>
            </a:r>
            <a:r>
              <a:rPr lang="en-US" sz="1200" dirty="0">
                <a:latin typeface="Arial" panose="020B0604020202020204" pitchFamily="34" charset="0"/>
                <a:cs typeface="Arial" panose="020B0604020202020204" pitchFamily="34" charset="0"/>
              </a:rPr>
              <a:t>, thus obtaining a quasi-complete energy transfer from the lower to the upper port.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The solver also provides the calculation of </a:t>
            </a:r>
            <a:r>
              <a:rPr lang="en-US" sz="1200" dirty="0" err="1">
                <a:latin typeface="Arial" panose="020B0604020202020204" pitchFamily="34" charset="0"/>
                <a:cs typeface="Arial" panose="020B0604020202020204" pitchFamily="34" charset="0"/>
              </a:rPr>
              <a:t>L_pi</a:t>
            </a:r>
            <a:r>
              <a:rPr lang="en-US" sz="1200" dirty="0">
                <a:latin typeface="Arial" panose="020B0604020202020204" pitchFamily="34" charset="0"/>
                <a:cs typeface="Arial" panose="020B0604020202020204" pitchFamily="34" charset="0"/>
              </a:rPr>
              <a:t> for the given waveguide and gap dimensions, which is 94.0274 um.</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Finally, a difference between the input and output optical powers is observed, resulting in an excess loss of 0.1851 </a:t>
            </a:r>
            <a:r>
              <a:rPr lang="en-US" sz="1200" dirty="0" err="1">
                <a:latin typeface="Arial" panose="020B0604020202020204" pitchFamily="34" charset="0"/>
                <a:cs typeface="Arial" panose="020B0604020202020204" pitchFamily="34" charset="0"/>
              </a:rPr>
              <a:t>dB.</a:t>
            </a:r>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output text here</a:t>
            </a:r>
          </a:p>
        </p:txBody>
      </p:sp>
      <p:pic>
        <p:nvPicPr>
          <p:cNvPr id="5" name="Picture 4" descr="A screenshot of a computer&#10;&#10;AI-generated content may be incorrect.">
            <a:extLst>
              <a:ext uri="{FF2B5EF4-FFF2-40B4-BE49-F238E27FC236}">
                <a16:creationId xmlns:a16="http://schemas.microsoft.com/office/drawing/2014/main" id="{14D5B803-F932-B81A-2687-7A07915CE350}"/>
              </a:ext>
            </a:extLst>
          </p:cNvPr>
          <p:cNvPicPr>
            <a:picLocks noChangeAspect="1"/>
          </p:cNvPicPr>
          <p:nvPr/>
        </p:nvPicPr>
        <p:blipFill>
          <a:blip r:embed="rId5"/>
          <a:stretch>
            <a:fillRect/>
          </a:stretch>
        </p:blipFill>
        <p:spPr>
          <a:xfrm>
            <a:off x="3142992" y="1487922"/>
            <a:ext cx="5296416" cy="3166929"/>
          </a:xfrm>
          <a:prstGeom prst="rect">
            <a:avLst/>
          </a:prstGeom>
        </p:spPr>
      </p:pic>
      <p:sp>
        <p:nvSpPr>
          <p:cNvPr id="6" name="TextBox 5">
            <a:extLst>
              <a:ext uri="{FF2B5EF4-FFF2-40B4-BE49-F238E27FC236}">
                <a16:creationId xmlns:a16="http://schemas.microsoft.com/office/drawing/2014/main" id="{2B77231A-F7C6-C229-0C6C-AE70E6DAD40A}"/>
              </a:ext>
            </a:extLst>
          </p:cNvPr>
          <p:cNvSpPr txBox="1"/>
          <p:nvPr/>
        </p:nvSpPr>
        <p:spPr>
          <a:xfrm>
            <a:off x="1577820" y="1710268"/>
            <a:ext cx="914400" cy="369332"/>
          </a:xfrm>
          <a:prstGeom prst="rect">
            <a:avLst/>
          </a:prstGeom>
          <a:noFill/>
        </p:spPr>
        <p:txBody>
          <a:bodyPr wrap="square" rtlCol="0">
            <a:spAutoFit/>
          </a:bodyPr>
          <a:lstStyle/>
          <a:p>
            <a:r>
              <a:rPr lang="en-GB" dirty="0"/>
              <a:t>L = </a:t>
            </a:r>
            <a:r>
              <a:rPr lang="en-GB" dirty="0" err="1"/>
              <a:t>L_pi</a:t>
            </a:r>
            <a:endParaRPr lang="en-GB" dirty="0"/>
          </a:p>
        </p:txBody>
      </p:sp>
    </p:spTree>
    <p:extLst>
      <p:ext uri="{BB962C8B-B14F-4D97-AF65-F5344CB8AC3E}">
        <p14:creationId xmlns:p14="http://schemas.microsoft.com/office/powerpoint/2010/main" val="1558326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9930F-24B2-796B-071C-7A7CC043A26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2D11695-E050-3D3C-D85C-C16107B7977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2x2 Directional Coupler</a:t>
            </a:r>
            <a:br>
              <a:rPr lang="en-US" sz="2500" spc="-5" dirty="0">
                <a:latin typeface="+mj-lt"/>
                <a:cs typeface="Lucida Sans"/>
              </a:rPr>
            </a:br>
            <a:r>
              <a:rPr lang="en-US" dirty="0"/>
              <a:t>Gap sweep </a:t>
            </a:r>
            <a:r>
              <a:rPr lang="en-US" b="0" dirty="0"/>
              <a:t>0.6 - 1.6 µm (step 0.1 µm) – Wavelength 1.55 µm </a:t>
            </a:r>
            <a:endParaRPr lang="en-US" sz="2500" b="0" dirty="0">
              <a:latin typeface="+mj-lt"/>
              <a:cs typeface="Lucida Sans"/>
            </a:endParaRPr>
          </a:p>
        </p:txBody>
      </p:sp>
      <p:pic>
        <p:nvPicPr>
          <p:cNvPr id="83" name="Gráfico 82">
            <a:extLst>
              <a:ext uri="{FF2B5EF4-FFF2-40B4-BE49-F238E27FC236}">
                <a16:creationId xmlns:a16="http://schemas.microsoft.com/office/drawing/2014/main" id="{8E237BD4-2147-FEE9-F257-A2A755C25F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7B836F2-3288-F895-8D72-8902E13AF630}"/>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21475591-9C54-D9B6-DFBA-BF28195A2F6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70560732-BAD1-1028-775F-695382A8F60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In the graphs above, the power distribution in the longitudinal plane of the directional coupler has been simulated for a gap sweep of 0.6 – 1.6 um, but only the first six have been pasted for lack of space.</a:t>
            </a:r>
          </a:p>
          <a:p>
            <a:pPr algn="just"/>
            <a:r>
              <a:rPr lang="en-US" sz="1200" dirty="0">
                <a:latin typeface="Arial" panose="020B0604020202020204" pitchFamily="34" charset="0"/>
                <a:cs typeface="Arial" panose="020B0604020202020204" pitchFamily="34" charset="0"/>
              </a:rPr>
              <a:t>Then, a length of </a:t>
            </a:r>
            <a:r>
              <a:rPr lang="en-US" sz="1200" dirty="0" err="1">
                <a:latin typeface="Arial" panose="020B0604020202020204" pitchFamily="34" charset="0"/>
                <a:cs typeface="Arial" panose="020B0604020202020204" pitchFamily="34" charset="0"/>
              </a:rPr>
              <a:t>L_pi</a:t>
            </a:r>
            <a:r>
              <a:rPr lang="en-US" sz="1200" dirty="0">
                <a:latin typeface="Arial" panose="020B0604020202020204" pitchFamily="34" charset="0"/>
                <a:cs typeface="Arial" panose="020B0604020202020204" pitchFamily="34" charset="0"/>
              </a:rPr>
              <a:t>/2 was selected for the simulation of the device, obtaining the expected 50:50 power splitting for every configuration.</a:t>
            </a: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7EB7C9AB-76D3-596E-0485-F4615E610583}"/>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3079B6A3-81B5-658B-53CD-B2F9F8BE1D7A}"/>
              </a:ext>
            </a:extLst>
          </p:cNvPr>
          <p:cNvPicPr>
            <a:picLocks noChangeAspect="1"/>
          </p:cNvPicPr>
          <p:nvPr/>
        </p:nvPicPr>
        <p:blipFill>
          <a:blip r:embed="rId5"/>
          <a:stretch>
            <a:fillRect/>
          </a:stretch>
        </p:blipFill>
        <p:spPr>
          <a:xfrm>
            <a:off x="998057" y="1738692"/>
            <a:ext cx="3396919" cy="863923"/>
          </a:xfrm>
          <a:prstGeom prst="rect">
            <a:avLst/>
          </a:prstGeom>
        </p:spPr>
      </p:pic>
      <p:pic>
        <p:nvPicPr>
          <p:cNvPr id="11" name="Picture 10">
            <a:extLst>
              <a:ext uri="{FF2B5EF4-FFF2-40B4-BE49-F238E27FC236}">
                <a16:creationId xmlns:a16="http://schemas.microsoft.com/office/drawing/2014/main" id="{3CE1EC12-8B0C-CEC3-125F-129B2E10798B}"/>
              </a:ext>
            </a:extLst>
          </p:cNvPr>
          <p:cNvPicPr>
            <a:picLocks noChangeAspect="1"/>
          </p:cNvPicPr>
          <p:nvPr/>
        </p:nvPicPr>
        <p:blipFill>
          <a:blip r:embed="rId6"/>
          <a:stretch>
            <a:fillRect/>
          </a:stretch>
        </p:blipFill>
        <p:spPr>
          <a:xfrm>
            <a:off x="817214" y="2684043"/>
            <a:ext cx="3758603" cy="864869"/>
          </a:xfrm>
          <a:prstGeom prst="rect">
            <a:avLst/>
          </a:prstGeom>
        </p:spPr>
      </p:pic>
      <p:pic>
        <p:nvPicPr>
          <p:cNvPr id="13" name="Picture 12">
            <a:extLst>
              <a:ext uri="{FF2B5EF4-FFF2-40B4-BE49-F238E27FC236}">
                <a16:creationId xmlns:a16="http://schemas.microsoft.com/office/drawing/2014/main" id="{E6A78A7A-FFBD-B106-B1B6-AA5A9E2716BD}"/>
              </a:ext>
            </a:extLst>
          </p:cNvPr>
          <p:cNvPicPr>
            <a:picLocks noChangeAspect="1"/>
          </p:cNvPicPr>
          <p:nvPr/>
        </p:nvPicPr>
        <p:blipFill>
          <a:blip r:embed="rId7"/>
          <a:stretch>
            <a:fillRect/>
          </a:stretch>
        </p:blipFill>
        <p:spPr>
          <a:xfrm>
            <a:off x="914400" y="3728820"/>
            <a:ext cx="3758603" cy="793338"/>
          </a:xfrm>
          <a:prstGeom prst="rect">
            <a:avLst/>
          </a:prstGeom>
        </p:spPr>
      </p:pic>
      <p:pic>
        <p:nvPicPr>
          <p:cNvPr id="15" name="Picture 14">
            <a:extLst>
              <a:ext uri="{FF2B5EF4-FFF2-40B4-BE49-F238E27FC236}">
                <a16:creationId xmlns:a16="http://schemas.microsoft.com/office/drawing/2014/main" id="{1B83349D-C6B7-7291-9F44-4C32A950C94A}"/>
              </a:ext>
            </a:extLst>
          </p:cNvPr>
          <p:cNvPicPr>
            <a:picLocks noChangeAspect="1"/>
          </p:cNvPicPr>
          <p:nvPr/>
        </p:nvPicPr>
        <p:blipFill>
          <a:blip r:embed="rId8"/>
          <a:stretch>
            <a:fillRect/>
          </a:stretch>
        </p:blipFill>
        <p:spPr>
          <a:xfrm>
            <a:off x="5775899" y="1682180"/>
            <a:ext cx="4666767" cy="920435"/>
          </a:xfrm>
          <a:prstGeom prst="rect">
            <a:avLst/>
          </a:prstGeom>
        </p:spPr>
      </p:pic>
      <p:pic>
        <p:nvPicPr>
          <p:cNvPr id="18" name="Picture 17">
            <a:extLst>
              <a:ext uri="{FF2B5EF4-FFF2-40B4-BE49-F238E27FC236}">
                <a16:creationId xmlns:a16="http://schemas.microsoft.com/office/drawing/2014/main" id="{80D1D729-A210-3B69-4B9B-2E476E857192}"/>
              </a:ext>
            </a:extLst>
          </p:cNvPr>
          <p:cNvPicPr>
            <a:picLocks noChangeAspect="1"/>
          </p:cNvPicPr>
          <p:nvPr/>
        </p:nvPicPr>
        <p:blipFill>
          <a:blip r:embed="rId9"/>
          <a:stretch>
            <a:fillRect/>
          </a:stretch>
        </p:blipFill>
        <p:spPr>
          <a:xfrm>
            <a:off x="5775899" y="2713343"/>
            <a:ext cx="4753164" cy="879911"/>
          </a:xfrm>
          <a:prstGeom prst="rect">
            <a:avLst/>
          </a:prstGeom>
        </p:spPr>
      </p:pic>
      <p:pic>
        <p:nvPicPr>
          <p:cNvPr id="20" name="Picture 19">
            <a:extLst>
              <a:ext uri="{FF2B5EF4-FFF2-40B4-BE49-F238E27FC236}">
                <a16:creationId xmlns:a16="http://schemas.microsoft.com/office/drawing/2014/main" id="{8D1B76AB-FD89-3441-8B07-D4B7E51315DC}"/>
              </a:ext>
            </a:extLst>
          </p:cNvPr>
          <p:cNvPicPr>
            <a:picLocks noChangeAspect="1"/>
          </p:cNvPicPr>
          <p:nvPr/>
        </p:nvPicPr>
        <p:blipFill>
          <a:blip r:embed="rId10"/>
          <a:stretch>
            <a:fillRect/>
          </a:stretch>
        </p:blipFill>
        <p:spPr>
          <a:xfrm>
            <a:off x="5947084" y="3734108"/>
            <a:ext cx="4495582" cy="793338"/>
          </a:xfrm>
          <a:prstGeom prst="rect">
            <a:avLst/>
          </a:prstGeom>
        </p:spPr>
      </p:pic>
    </p:spTree>
    <p:extLst>
      <p:ext uri="{BB962C8B-B14F-4D97-AF65-F5344CB8AC3E}">
        <p14:creationId xmlns:p14="http://schemas.microsoft.com/office/powerpoint/2010/main" val="3053267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3DF7A-49A7-1E9D-C94D-3F00553A93C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2E839C9-D37D-C91C-A429-94B1FE2884CC}"/>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2x2 Directional Coupler</a:t>
            </a:r>
            <a:br>
              <a:rPr lang="en-US" sz="2500" spc="-5" dirty="0">
                <a:latin typeface="+mj-lt"/>
                <a:cs typeface="Lucida Sans"/>
              </a:rPr>
            </a:br>
            <a:r>
              <a:rPr lang="en-US" dirty="0"/>
              <a:t>Gap sweep </a:t>
            </a:r>
            <a:r>
              <a:rPr lang="en-US" b="0" dirty="0"/>
              <a:t>0.6 - 1.6 µm (step 0.1 µm) – Wavelength 1.55 µm </a:t>
            </a:r>
            <a:endParaRPr lang="en-US" sz="2500" b="0" dirty="0">
              <a:latin typeface="+mj-lt"/>
              <a:cs typeface="Lucida Sans"/>
            </a:endParaRPr>
          </a:p>
        </p:txBody>
      </p:sp>
      <p:pic>
        <p:nvPicPr>
          <p:cNvPr id="83" name="Gráfico 82">
            <a:extLst>
              <a:ext uri="{FF2B5EF4-FFF2-40B4-BE49-F238E27FC236}">
                <a16:creationId xmlns:a16="http://schemas.microsoft.com/office/drawing/2014/main" id="{781BA13D-6CCE-78C7-0D56-F6600B4CE5A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6F99651-2D23-8E62-623F-474374489F6C}"/>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DCFE3CDF-5FCC-98CC-FB41-96B8AAA7FE1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BEABE9DC-4E8C-46E2-AC70-24A39A45B136}"/>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#El Código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preparado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reunir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datos</a:t>
            </a:r>
            <a:r>
              <a:rPr lang="en-US" sz="1200" dirty="0">
                <a:latin typeface="Arial" panose="020B0604020202020204" pitchFamily="34" charset="0"/>
                <a:cs typeface="Arial" panose="020B0604020202020204" pitchFamily="34" charset="0"/>
              </a:rPr>
              <a:t> del gap y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dos arrays para </a:t>
            </a:r>
            <a:r>
              <a:rPr lang="en-US" sz="1200" dirty="0" err="1">
                <a:latin typeface="Arial" panose="020B0604020202020204" pitchFamily="34" charset="0"/>
                <a:cs typeface="Arial" panose="020B0604020202020204" pitchFamily="34" charset="0"/>
              </a:rPr>
              <a:t>representarlos</a:t>
            </a:r>
            <a:r>
              <a:rPr lang="en-US" sz="1200" dirty="0">
                <a:latin typeface="Arial" panose="020B0604020202020204" pitchFamily="34" charset="0"/>
                <a:cs typeface="Arial" panose="020B0604020202020204" pitchFamily="34" charset="0"/>
              </a:rPr>
              <a:t>, solo </a:t>
            </a:r>
            <a:r>
              <a:rPr lang="en-US" sz="1200" dirty="0" err="1">
                <a:latin typeface="Arial" panose="020B0604020202020204" pitchFamily="34" charset="0"/>
                <a:cs typeface="Arial" panose="020B0604020202020204" pitchFamily="34" charset="0"/>
              </a:rPr>
              <a:t>falta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correrlo</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poner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aquí</a:t>
            </a:r>
            <a:r>
              <a:rPr lang="en-US" sz="1200" dirty="0">
                <a:latin typeface="Arial" panose="020B0604020202020204" pitchFamily="34" charset="0"/>
                <a:cs typeface="Arial" panose="020B0604020202020204" pitchFamily="34" charset="0"/>
              </a:rPr>
              <a:t> para pasar al </a:t>
            </a:r>
            <a:r>
              <a:rPr lang="en-US" sz="1200" dirty="0" err="1">
                <a:latin typeface="Arial" panose="020B0604020202020204" pitchFamily="34" charset="0"/>
                <a:cs typeface="Arial" panose="020B0604020202020204" pitchFamily="34" charset="0"/>
              </a:rPr>
              <a:t>siguiente</a:t>
            </a:r>
            <a:r>
              <a:rPr lang="en-US" sz="1200" dirty="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ejercicio</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E9DF101A-6659-E716-D296-A769BFC8113E}"/>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5702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Parallel uncoupled waveguides</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Hints:</a:t>
            </a:r>
          </a:p>
          <a:p>
            <a:pPr algn="just"/>
            <a:r>
              <a:rPr lang="en-US" sz="1200" dirty="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1.55 µm.</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990600" y="1466737"/>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990600" y="1466737"/>
                <a:ext cx="4546634" cy="1477328"/>
              </a:xfrm>
              <a:prstGeom prst="rect">
                <a:avLst/>
              </a:prstGeom>
              <a:blipFill>
                <a:blip r:embed="rId5"/>
                <a:stretch>
                  <a:fillRect t="-247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200329"/>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200329"/>
              </a:xfrm>
              <a:prstGeom prst="rect">
                <a:avLst/>
              </a:prstGeom>
              <a:blipFill>
                <a:blip r:embed="rId6"/>
                <a:stretch>
                  <a:fillRect t="-3046" b="-7107"/>
                </a:stretch>
              </a:blipFill>
            </p:spPr>
            <p:txBody>
              <a:bodyPr/>
              <a:lstStyle/>
              <a:p>
                <a:r>
                  <a:rPr lang="es-ES">
                    <a:noFill/>
                  </a:rPr>
                  <a:t> </a:t>
                </a:r>
              </a:p>
            </p:txBody>
          </p:sp>
        </mc:Fallback>
      </mc:AlternateContent>
    </p:spTree>
    <p:extLst>
      <p:ext uri="{BB962C8B-B14F-4D97-AF65-F5344CB8AC3E}">
        <p14:creationId xmlns:p14="http://schemas.microsoft.com/office/powerpoint/2010/main" val="3712356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81E68-1A35-1388-F79A-6FA47203225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8330A44-AEE0-FFBE-CB0D-5F57A190B9B2}"/>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Parallel uncoupled waveguides</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34A50EFB-2FE5-EDFD-B150-6B05AB421C4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BD76E3F-37F2-38EC-D6FE-C2BEF7C09674}"/>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C289D1F4-DBB6-F9A6-E8C8-98E5368CDFF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E4B7BB18-AD02-4CCF-A693-6D173C9A8B51}"/>
              </a:ext>
            </a:extLst>
          </p:cNvPr>
          <p:cNvSpPr txBox="1"/>
          <p:nvPr/>
        </p:nvSpPr>
        <p:spPr>
          <a:xfrm>
            <a:off x="609441" y="4627196"/>
            <a:ext cx="11199971"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Hints:</a:t>
            </a:r>
          </a:p>
          <a:p>
            <a:pPr algn="just"/>
            <a:r>
              <a:rPr lang="en-US" sz="1200" dirty="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1.55 µm.</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8DCAF4C7-578C-5EC8-83BF-F12963623FB6}"/>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C7F69A1-057F-D511-9DDA-E8B25BB2493F}"/>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44B0684C-9030-741C-DDCA-AD8BF4ADF59B}"/>
                  </a:ext>
                </a:extLst>
              </p:cNvPr>
              <p:cNvSpPr txBox="1"/>
              <p:nvPr/>
            </p:nvSpPr>
            <p:spPr>
              <a:xfrm>
                <a:off x="1079403" y="2480496"/>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5"/>
                <a:stretch>
                  <a:fillRect t="-247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983D59C5-DF5D-56DC-21FA-F198D117E891}"/>
                  </a:ext>
                </a:extLst>
              </p:cNvPr>
              <p:cNvSpPr txBox="1"/>
              <p:nvPr/>
            </p:nvSpPr>
            <p:spPr>
              <a:xfrm>
                <a:off x="6883366" y="2480496"/>
                <a:ext cx="4546634" cy="1200329"/>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200329"/>
              </a:xfrm>
              <a:prstGeom prst="rect">
                <a:avLst/>
              </a:prstGeom>
              <a:blipFill>
                <a:blip r:embed="rId6"/>
                <a:stretch>
                  <a:fillRect t="-3046" b="-7107"/>
                </a:stretch>
              </a:blipFill>
            </p:spPr>
            <p:txBody>
              <a:bodyPr/>
              <a:lstStyle/>
              <a:p>
                <a:r>
                  <a:rPr lang="es-ES">
                    <a:noFill/>
                  </a:rPr>
                  <a:t> </a:t>
                </a:r>
              </a:p>
            </p:txBody>
          </p:sp>
        </mc:Fallback>
      </mc:AlternateContent>
    </p:spTree>
    <p:extLst>
      <p:ext uri="{BB962C8B-B14F-4D97-AF65-F5344CB8AC3E}">
        <p14:creationId xmlns:p14="http://schemas.microsoft.com/office/powerpoint/2010/main" val="1605964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4.1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comparison with Directional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DA14DBA-172E-DA2C-0573-6A00BF18F4A5}"/>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2815679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643565A9-7DB6-D6EE-152F-2852C8BA7986}"/>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equal ratio over outputs (even if not 0.5) and minimize excess loss (even if not 0.0 dB)</a:t>
            </a:r>
          </a:p>
          <a:p>
            <a:pPr algn="r"/>
            <a:r>
              <a:rPr lang="en-US" sz="1600" dirty="0"/>
              <a:t>With same settings of previous LO, now adjust try to manually optimize the MMI by changing iteratively:</a:t>
            </a:r>
          </a:p>
          <a:p>
            <a:pPr algn="r"/>
            <a:r>
              <a:rPr lang="en-US" sz="1600" dirty="0"/>
              <a:t>- Change </a:t>
            </a:r>
            <a:r>
              <a:rPr lang="en-US" sz="1600" dirty="0" err="1"/>
              <a:t>dL_MMI</a:t>
            </a:r>
            <a:endParaRPr lang="en-US" sz="1600" dirty="0"/>
          </a:p>
          <a:p>
            <a:pPr algn="r"/>
            <a:r>
              <a:rPr lang="en-US" sz="1600" dirty="0"/>
              <a:t>- Change I/O waveguide position +/- </a:t>
            </a:r>
            <a:r>
              <a:rPr lang="en-US" sz="1600" dirty="0" err="1"/>
              <a:t>dy</a:t>
            </a:r>
            <a:endParaRPr lang="en-US" sz="1600" dirty="0"/>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2685215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B0CFB20A-64F3-A296-71E8-F4FA17D35314}"/>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ratio over outputs 0.5 + excess loss &lt; 0.1 dB</a:t>
            </a:r>
          </a:p>
          <a:p>
            <a:pPr algn="r"/>
            <a:r>
              <a:rPr lang="en-US" sz="1600" dirty="0"/>
              <a:t>With same settings of previous LO, now modify the notebook so I/O waveguides have a different width. </a:t>
            </a:r>
          </a:p>
          <a:p>
            <a:pPr algn="r"/>
            <a:r>
              <a:rPr lang="en-US" sz="1600" u="sng" dirty="0"/>
              <a:t>- The nominal I/O waveguide width you have been using is 1.0 µm, increase it.</a:t>
            </a:r>
          </a:p>
          <a:p>
            <a:pPr algn="r"/>
            <a:r>
              <a:rPr lang="en-US" sz="1600" b="1" dirty="0"/>
              <a:t>(Warning</a:t>
            </a:r>
            <a:r>
              <a:rPr lang="en-US" sz="1600" dirty="0"/>
              <a:t>! Every time you change the I/O waveguide width you have to re-run modes calculation)</a:t>
            </a:r>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1023731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a:t>
            </a:r>
            <a:r>
              <a:rPr lang="en-US" sz="2500"/>
              <a:t>outcome #5 </a:t>
            </a:r>
            <a:r>
              <a:rPr lang="en-US" sz="2500" dirty="0"/>
              <a:t>– 1x4 Multimode Interference Coupler </a:t>
            </a:r>
            <a:br>
              <a:rPr lang="en-US" sz="2500" dirty="0"/>
            </a:br>
            <a:r>
              <a:rPr lang="en-US" b="0" dirty="0"/>
              <a:t>Wavelength 1.55 µm, </a:t>
            </a:r>
            <a:r>
              <a:rPr lang="en-US" b="0" dirty="0" err="1"/>
              <a:t>wMMI</a:t>
            </a:r>
            <a:r>
              <a:rPr lang="en-US" b="0" dirty="0"/>
              <a:t> = ?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Repeat all the design </a:t>
            </a:r>
            <a:r>
              <a:rPr lang="en-US" sz="1200">
                <a:latin typeface="Arial" panose="020B0604020202020204" pitchFamily="34" charset="0"/>
                <a:cs typeface="Arial" panose="020B0604020202020204" pitchFamily="34" charset="0"/>
              </a:rPr>
              <a:t>process for a </a:t>
            </a:r>
            <a:r>
              <a:rPr lang="en-US" sz="1200" dirty="0">
                <a:latin typeface="Arial" panose="020B0604020202020204" pitchFamily="34" charset="0"/>
                <a:cs typeface="Arial" panose="020B0604020202020204" pitchFamily="34" charset="0"/>
              </a:rPr>
              <a:t>1x4 MMI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3506757-32B7-9151-DA89-AADDB7F7D093}"/>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699864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813558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Make conclusions and observations from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179796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(Important. Compare with Directional Coupler)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955145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535939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19</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1220</TotalTime>
  <Words>1489</Words>
  <Application>Microsoft Office PowerPoint</Application>
  <PresentationFormat>Widescreen</PresentationFormat>
  <Paragraphs>234</Paragraphs>
  <Slides>19</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Arial</vt:lpstr>
      <vt:lpstr>Calibri</vt:lpstr>
      <vt:lpstr>Cambria Math</vt:lpstr>
      <vt:lpstr>Lucida Sans</vt:lpstr>
      <vt:lpstr>Times New Roman</vt:lpstr>
      <vt:lpstr>Wingdings</vt:lpstr>
      <vt:lpstr>Office Theme</vt:lpstr>
      <vt:lpstr>PowerPoint Presentation</vt:lpstr>
      <vt:lpstr>Instructions General</vt:lpstr>
      <vt:lpstr>PowerPoint Presentation</vt:lpstr>
      <vt:lpstr>Learning outcome #1 – Directional coupler length and coupling coefficient Wavelength 1.5 µm – width 1.2 µm – gap 0.6 µm</vt:lpstr>
      <vt:lpstr>Learning outcome #2 – 2x2 Directional Coupler Width 1.2 um – Wavelength 1.55 µm </vt:lpstr>
      <vt:lpstr>Learning outcome #2 – 2x2 Directional Coupler Gap sweep 0.6 - 1.6 µm (step 0.1 µm) – Wavelength 1.55 µm </vt:lpstr>
      <vt:lpstr>Learning outcome #2 – 2x2 Directional Coupler Gap sweep 0.6 - 1.6 µm (step 0.1 µm) – Wavelength 1.55 µm </vt:lpstr>
      <vt:lpstr>Learning outcome #3 – Parallel uncoupled waveguides Wavelength 1.55 µm, width 1.0 µm, gap to be found for uncoupled wvgs</vt:lpstr>
      <vt:lpstr>Learning outcome #3 – Parallel uncoupled waveguides Wavelength 1.55 µm, width 1.0 µm, gap to be found for uncoupled wvgs</vt:lpstr>
      <vt:lpstr>PowerPoint Presentation</vt:lpstr>
      <vt:lpstr>Learning outcome #4 – 4.1 2x2 Multimode Interference Coupler  Wavelength 1.55 µm, wMMI = 6.6 µm</vt:lpstr>
      <vt:lpstr>Learning outcome #4.2 – 2x2 Multimode Interference Coupler - Optimization Wavelength 1.55 µm, wMMI = 6.6 µm</vt:lpstr>
      <vt:lpstr>Learning outcome #4.3 – 2x2 Multimode Interference Coupler – Optimization (II) Wavelength 1.55 µm, wMMI = 6.6 µm</vt:lpstr>
      <vt:lpstr>Learning outcome #5 – 1x4 Multimode Interference Coupler  Wavelength 1.55 µm, wMMI = ? µm</vt:lpstr>
      <vt:lpstr>Extra #1 – Directional wavelength dependence Wavelengths from 1.5 to 1.7 µm, gap = 0.6 µm, width 1.0 µm  </vt:lpstr>
      <vt:lpstr>Extra #2 – Directional coupler gap dependence Wavelength 1.55 µm, width 1.0 µm, gap 0.2-2.4 µm (step 0.2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David Garcia Santes</cp:lastModifiedBy>
  <cp:revision>13</cp:revision>
  <dcterms:created xsi:type="dcterms:W3CDTF">2025-01-27T02:46:57Z</dcterms:created>
  <dcterms:modified xsi:type="dcterms:W3CDTF">2026-03-09T15:28:57Z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