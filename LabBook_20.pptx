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21"/>
  </p:notesMasterIdLst>
  <p:handoutMasterIdLst>
    <p:handoutMasterId r:id="rId22"/>
  </p:handoutMasterIdLst>
  <p:sldIdLst>
    <p:sldId id="256" r:id="rId2"/>
    <p:sldId id="289" r:id="rId3"/>
    <p:sldId id="295" r:id="rId4"/>
    <p:sldId id="302" r:id="rId5"/>
    <p:sldId id="303" r:id="rId6"/>
    <p:sldId id="305" r:id="rId7"/>
    <p:sldId id="306" r:id="rId8"/>
    <p:sldId id="291" r:id="rId9"/>
    <p:sldId id="304" r:id="rId10"/>
    <p:sldId id="296" r:id="rId11"/>
    <p:sldId id="294" r:id="rId12"/>
    <p:sldId id="299" r:id="rId13"/>
    <p:sldId id="300" r:id="rId14"/>
    <p:sldId id="301" r:id="rId15"/>
    <p:sldId id="297" r:id="rId16"/>
    <p:sldId id="290" r:id="rId17"/>
    <p:sldId id="292" r:id="rId18"/>
    <p:sldId id="298" r:id="rId19"/>
    <p:sldId id="288" r:id="rId20"/>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3A706B2-AA95-4CDC-834C-F4D908C80230}" v="95" dt="2025-02-09T23:48:29.268"/>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5538" autoAdjust="0"/>
    <p:restoredTop sz="95033" autoAdjust="0"/>
  </p:normalViewPr>
  <p:slideViewPr>
    <p:cSldViewPr>
      <p:cViewPr varScale="1">
        <p:scale>
          <a:sx n="89" d="100"/>
          <a:sy n="89" d="100"/>
        </p:scale>
        <p:origin x="288" y="78"/>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83A706B2-AA95-4CDC-834C-F4D908C80230}"/>
    <pc:docChg chg="undo redo custSel addSld delSld modSld">
      <pc:chgData name="Christian Camilo Cano Vasquez" userId="8c73a2a4-758b-4e34-81ed-39462e48bd92" providerId="ADAL" clId="{83A706B2-AA95-4CDC-834C-F4D908C80230}" dt="2025-02-10T11:46:25.185" v="655" actId="20577"/>
      <pc:docMkLst>
        <pc:docMk/>
      </pc:docMkLst>
      <pc:sldChg chg="modSp mod">
        <pc:chgData name="Christian Camilo Cano Vasquez" userId="8c73a2a4-758b-4e34-81ed-39462e48bd92" providerId="ADAL" clId="{83A706B2-AA95-4CDC-834C-F4D908C80230}" dt="2025-02-09T23:21:47.550" v="170" actId="20577"/>
        <pc:sldMkLst>
          <pc:docMk/>
          <pc:sldMk cId="0" sldId="256"/>
        </pc:sldMkLst>
        <pc:spChg chg="mod">
          <ac:chgData name="Christian Camilo Cano Vasquez" userId="8c73a2a4-758b-4e34-81ed-39462e48bd92" providerId="ADAL" clId="{83A706B2-AA95-4CDC-834C-F4D908C80230}" dt="2025-02-09T23:21:47.550" v="170" actId="20577"/>
          <ac:spMkLst>
            <pc:docMk/>
            <pc:sldMk cId="0" sldId="256"/>
            <ac:spMk id="3" creationId="{00000000-0000-0000-0000-000000000000}"/>
          </ac:spMkLst>
        </pc:spChg>
      </pc:sldChg>
      <pc:sldChg chg="modSp mod">
        <pc:chgData name="Christian Camilo Cano Vasquez" userId="8c73a2a4-758b-4e34-81ed-39462e48bd92" providerId="ADAL" clId="{83A706B2-AA95-4CDC-834C-F4D908C80230}" dt="2025-02-09T22:54:55.862" v="0" actId="20577"/>
        <pc:sldMkLst>
          <pc:docMk/>
          <pc:sldMk cId="560234623" sldId="289"/>
        </pc:sldMkLst>
        <pc:spChg chg="mod">
          <ac:chgData name="Christian Camilo Cano Vasquez" userId="8c73a2a4-758b-4e34-81ed-39462e48bd92" providerId="ADAL" clId="{83A706B2-AA95-4CDC-834C-F4D908C80230}" dt="2025-02-09T22:54:55.862" v="0" actId="20577"/>
          <ac:spMkLst>
            <pc:docMk/>
            <pc:sldMk cId="560234623" sldId="289"/>
            <ac:spMk id="4" creationId="{9F7BC140-B3D8-C3CB-55AD-9064C7CDE9CA}"/>
          </ac:spMkLst>
        </pc:spChg>
      </pc:sldChg>
      <pc:sldChg chg="addSp delSp modSp mod">
        <pc:chgData name="Christian Camilo Cano Vasquez" userId="8c73a2a4-758b-4e34-81ed-39462e48bd92" providerId="ADAL" clId="{83A706B2-AA95-4CDC-834C-F4D908C80230}" dt="2025-02-09T23:24:42.493" v="173" actId="20577"/>
        <pc:sldMkLst>
          <pc:docMk/>
          <pc:sldMk cId="730501311" sldId="290"/>
        </pc:sldMkLst>
        <pc:spChg chg="mod">
          <ac:chgData name="Christian Camilo Cano Vasquez" userId="8c73a2a4-758b-4e34-81ed-39462e48bd92" providerId="ADAL" clId="{83A706B2-AA95-4CDC-834C-F4D908C80230}" dt="2025-02-09T23:04:13.626" v="39" actId="20577"/>
          <ac:spMkLst>
            <pc:docMk/>
            <pc:sldMk cId="730501311" sldId="290"/>
            <ac:spMk id="2" creationId="{D0F8CF3B-B920-DBFC-F825-0C87B51EADA7}"/>
          </ac:spMkLst>
        </pc:spChg>
        <pc:spChg chg="del">
          <ac:chgData name="Christian Camilo Cano Vasquez" userId="8c73a2a4-758b-4e34-81ed-39462e48bd92" providerId="ADAL" clId="{83A706B2-AA95-4CDC-834C-F4D908C80230}" dt="2025-02-09T22:59:02.631" v="2" actId="478"/>
          <ac:spMkLst>
            <pc:docMk/>
            <pc:sldMk cId="730501311" sldId="290"/>
            <ac:spMk id="4" creationId="{AA9E72FF-B948-6B7A-8909-97C6BE95D6FB}"/>
          </ac:spMkLst>
        </pc:spChg>
        <pc:spChg chg="add mod">
          <ac:chgData name="Christian Camilo Cano Vasquez" userId="8c73a2a4-758b-4e34-81ed-39462e48bd92" providerId="ADAL" clId="{83A706B2-AA95-4CDC-834C-F4D908C80230}" dt="2025-02-09T23:00:11.400" v="3"/>
          <ac:spMkLst>
            <pc:docMk/>
            <pc:sldMk cId="730501311" sldId="290"/>
            <ac:spMk id="5" creationId="{E7488849-10A1-FB48-F511-E57B062CD7E2}"/>
          </ac:spMkLst>
        </pc:spChg>
        <pc:spChg chg="add mod">
          <ac:chgData name="Christian Camilo Cano Vasquez" userId="8c73a2a4-758b-4e34-81ed-39462e48bd92" providerId="ADAL" clId="{83A706B2-AA95-4CDC-834C-F4D908C80230}" dt="2025-02-09T23:00:11.400" v="3"/>
          <ac:spMkLst>
            <pc:docMk/>
            <pc:sldMk cId="730501311" sldId="290"/>
            <ac:spMk id="6" creationId="{68726DAB-1B5F-39D1-63A0-BB708EA6E17F}"/>
          </ac:spMkLst>
        </pc:spChg>
        <pc:spChg chg="add mod">
          <ac:chgData name="Christian Camilo Cano Vasquez" userId="8c73a2a4-758b-4e34-81ed-39462e48bd92" providerId="ADAL" clId="{83A706B2-AA95-4CDC-834C-F4D908C80230}" dt="2025-02-09T23:00:11.400" v="3"/>
          <ac:spMkLst>
            <pc:docMk/>
            <pc:sldMk cId="730501311" sldId="290"/>
            <ac:spMk id="7" creationId="{6D309BFB-98FD-0CBA-3C6A-346D8859893B}"/>
          </ac:spMkLst>
        </pc:spChg>
        <pc:spChg chg="add mod">
          <ac:chgData name="Christian Camilo Cano Vasquez" userId="8c73a2a4-758b-4e34-81ed-39462e48bd92" providerId="ADAL" clId="{83A706B2-AA95-4CDC-834C-F4D908C80230}" dt="2025-02-09T23:02:26.970" v="32" actId="20577"/>
          <ac:spMkLst>
            <pc:docMk/>
            <pc:sldMk cId="730501311" sldId="290"/>
            <ac:spMk id="8" creationId="{E9BD6C85-02F1-7B54-41E3-E3D9883786D8}"/>
          </ac:spMkLst>
        </pc:spChg>
        <pc:spChg chg="add mod">
          <ac:chgData name="Christian Camilo Cano Vasquez" userId="8c73a2a4-758b-4e34-81ed-39462e48bd92" providerId="ADAL" clId="{83A706B2-AA95-4CDC-834C-F4D908C80230}" dt="2025-02-09T23:02:32.780" v="33"/>
          <ac:spMkLst>
            <pc:docMk/>
            <pc:sldMk cId="730501311" sldId="290"/>
            <ac:spMk id="9" creationId="{7431A41C-EEB3-44D0-4622-A915E258C8F0}"/>
          </ac:spMkLst>
        </pc:spChg>
        <pc:spChg chg="mod">
          <ac:chgData name="Christian Camilo Cano Vasquez" userId="8c73a2a4-758b-4e34-81ed-39462e48bd92" providerId="ADAL" clId="{83A706B2-AA95-4CDC-834C-F4D908C80230}" dt="2025-02-09T23:24:42.493" v="173" actId="20577"/>
          <ac:spMkLst>
            <pc:docMk/>
            <pc:sldMk cId="730501311" sldId="290"/>
            <ac:spMk id="16" creationId="{471E1424-6C4B-2D9A-1352-30AFB987AD41}"/>
          </ac:spMkLst>
        </pc:spChg>
      </pc:sldChg>
      <pc:sldChg chg="addSp delSp modSp mod">
        <pc:chgData name="Christian Camilo Cano Vasquez" userId="8c73a2a4-758b-4e34-81ed-39462e48bd92" providerId="ADAL" clId="{83A706B2-AA95-4CDC-834C-F4D908C80230}" dt="2025-02-09T23:24:47.352" v="175" actId="20577"/>
        <pc:sldMkLst>
          <pc:docMk/>
          <pc:sldMk cId="3712356003" sldId="291"/>
        </pc:sldMkLst>
        <pc:spChg chg="mod">
          <ac:chgData name="Christian Camilo Cano Vasquez" userId="8c73a2a4-758b-4e34-81ed-39462e48bd92" providerId="ADAL" clId="{83A706B2-AA95-4CDC-834C-F4D908C80230}" dt="2025-02-09T23:15:16.003" v="106" actId="20577"/>
          <ac:spMkLst>
            <pc:docMk/>
            <pc:sldMk cId="3712356003" sldId="291"/>
            <ac:spMk id="2" creationId="{CA5F0FDF-2A95-453B-4ECA-AEB637FF2694}"/>
          </ac:spMkLst>
        </pc:spChg>
        <pc:spChg chg="add mod">
          <ac:chgData name="Christian Camilo Cano Vasquez" userId="8c73a2a4-758b-4e34-81ed-39462e48bd92" providerId="ADAL" clId="{83A706B2-AA95-4CDC-834C-F4D908C80230}" dt="2025-02-09T23:14:26.914" v="81" actId="1035"/>
          <ac:spMkLst>
            <pc:docMk/>
            <pc:sldMk cId="3712356003" sldId="291"/>
            <ac:spMk id="4" creationId="{FB4B77A0-B37C-3130-FB52-4E560C66946F}"/>
          </ac:spMkLst>
        </pc:spChg>
        <pc:spChg chg="add mod">
          <ac:chgData name="Christian Camilo Cano Vasquez" userId="8c73a2a4-758b-4e34-81ed-39462e48bd92" providerId="ADAL" clId="{83A706B2-AA95-4CDC-834C-F4D908C80230}" dt="2025-02-09T23:14:26.914" v="81" actId="1035"/>
          <ac:spMkLst>
            <pc:docMk/>
            <pc:sldMk cId="3712356003" sldId="291"/>
            <ac:spMk id="5" creationId="{DA7ECAA3-0876-C0FB-D7E5-448FCC5ED226}"/>
          </ac:spMkLst>
        </pc:spChg>
        <pc:spChg chg="del">
          <ac:chgData name="Christian Camilo Cano Vasquez" userId="8c73a2a4-758b-4e34-81ed-39462e48bd92" providerId="ADAL" clId="{83A706B2-AA95-4CDC-834C-F4D908C80230}" dt="2025-02-09T23:09:07.294" v="48" actId="478"/>
          <ac:spMkLst>
            <pc:docMk/>
            <pc:sldMk cId="3712356003" sldId="291"/>
            <ac:spMk id="7" creationId="{21F754A5-65BC-14A3-5F55-75716FFA9027}"/>
          </ac:spMkLst>
        </pc:spChg>
        <pc:spChg chg="del">
          <ac:chgData name="Christian Camilo Cano Vasquez" userId="8c73a2a4-758b-4e34-81ed-39462e48bd92" providerId="ADAL" clId="{83A706B2-AA95-4CDC-834C-F4D908C80230}" dt="2025-02-09T23:09:11.050" v="49" actId="478"/>
          <ac:spMkLst>
            <pc:docMk/>
            <pc:sldMk cId="3712356003" sldId="291"/>
            <ac:spMk id="8" creationId="{CD9C65D4-5494-F5CE-1094-CB0A32C33876}"/>
          </ac:spMkLst>
        </pc:spChg>
        <pc:spChg chg="add mod">
          <ac:chgData name="Christian Camilo Cano Vasquez" userId="8c73a2a4-758b-4e34-81ed-39462e48bd92" providerId="ADAL" clId="{83A706B2-AA95-4CDC-834C-F4D908C80230}" dt="2025-02-09T23:14:26.914" v="81" actId="1035"/>
          <ac:spMkLst>
            <pc:docMk/>
            <pc:sldMk cId="3712356003" sldId="291"/>
            <ac:spMk id="9" creationId="{C1467207-8D05-D4C6-EBD2-209F796AE977}"/>
          </ac:spMkLst>
        </pc:spChg>
        <pc:spChg chg="add mod">
          <ac:chgData name="Christian Camilo Cano Vasquez" userId="8c73a2a4-758b-4e34-81ed-39462e48bd92" providerId="ADAL" clId="{83A706B2-AA95-4CDC-834C-F4D908C80230}" dt="2025-02-09T23:14:26.914" v="81" actId="1035"/>
          <ac:spMkLst>
            <pc:docMk/>
            <pc:sldMk cId="3712356003" sldId="291"/>
            <ac:spMk id="10" creationId="{32E39C0C-95E1-ED90-891A-5D634D9DB76B}"/>
          </ac:spMkLst>
        </pc:spChg>
        <pc:spChg chg="mod">
          <ac:chgData name="Christian Camilo Cano Vasquez" userId="8c73a2a4-758b-4e34-81ed-39462e48bd92" providerId="ADAL" clId="{83A706B2-AA95-4CDC-834C-F4D908C80230}" dt="2025-02-09T23:24:47.352" v="175" actId="20577"/>
          <ac:spMkLst>
            <pc:docMk/>
            <pc:sldMk cId="3712356003" sldId="291"/>
            <ac:spMk id="16" creationId="{5431EA70-9578-8BF1-5A05-77CDC26788B4}"/>
          </ac:spMkLst>
        </pc:spChg>
        <pc:picChg chg="del">
          <ac:chgData name="Christian Camilo Cano Vasquez" userId="8c73a2a4-758b-4e34-81ed-39462e48bd92" providerId="ADAL" clId="{83A706B2-AA95-4CDC-834C-F4D908C80230}" dt="2025-02-09T23:08:10.270" v="47" actId="478"/>
          <ac:picMkLst>
            <pc:docMk/>
            <pc:sldMk cId="3712356003" sldId="291"/>
            <ac:picMk id="6" creationId="{380A8455-6386-C7D5-7BB6-B79D8D91F0EF}"/>
          </ac:picMkLst>
        </pc:picChg>
      </pc:sldChg>
      <pc:sldChg chg="addSp delSp modSp mod">
        <pc:chgData name="Christian Camilo Cano Vasquez" userId="8c73a2a4-758b-4e34-81ed-39462e48bd92" providerId="ADAL" clId="{83A706B2-AA95-4CDC-834C-F4D908C80230}" dt="2025-02-09T23:31:23.910" v="296" actId="20577"/>
        <pc:sldMkLst>
          <pc:docMk/>
          <pc:sldMk cId="2900117438" sldId="292"/>
        </pc:sldMkLst>
        <pc:spChg chg="mod">
          <ac:chgData name="Christian Camilo Cano Vasquez" userId="8c73a2a4-758b-4e34-81ed-39462e48bd92" providerId="ADAL" clId="{83A706B2-AA95-4CDC-834C-F4D908C80230}" dt="2025-02-09T23:31:23.910" v="296" actId="20577"/>
          <ac:spMkLst>
            <pc:docMk/>
            <pc:sldMk cId="2900117438" sldId="292"/>
            <ac:spMk id="2" creationId="{82A62DD6-5488-72A1-9926-0CAEE59089A9}"/>
          </ac:spMkLst>
        </pc:spChg>
        <pc:spChg chg="add mod">
          <ac:chgData name="Christian Camilo Cano Vasquez" userId="8c73a2a4-758b-4e34-81ed-39462e48bd92" providerId="ADAL" clId="{83A706B2-AA95-4CDC-834C-F4D908C80230}" dt="2025-02-09T23:30:25.991" v="253"/>
          <ac:spMkLst>
            <pc:docMk/>
            <pc:sldMk cId="2900117438" sldId="292"/>
            <ac:spMk id="4" creationId="{796EDE51-D41E-C23B-F402-2F7357DE8714}"/>
          </ac:spMkLst>
        </pc:spChg>
        <pc:spChg chg="add mod">
          <ac:chgData name="Christian Camilo Cano Vasquez" userId="8c73a2a4-758b-4e34-81ed-39462e48bd92" providerId="ADAL" clId="{83A706B2-AA95-4CDC-834C-F4D908C80230}" dt="2025-02-09T23:30:25.991" v="253"/>
          <ac:spMkLst>
            <pc:docMk/>
            <pc:sldMk cId="2900117438" sldId="292"/>
            <ac:spMk id="5" creationId="{5A3233C9-FE6F-52D8-4D87-224222BDA8E1}"/>
          </ac:spMkLst>
        </pc:spChg>
        <pc:spChg chg="add mod">
          <ac:chgData name="Christian Camilo Cano Vasquez" userId="8c73a2a4-758b-4e34-81ed-39462e48bd92" providerId="ADAL" clId="{83A706B2-AA95-4CDC-834C-F4D908C80230}" dt="2025-02-09T23:30:25.991" v="253"/>
          <ac:spMkLst>
            <pc:docMk/>
            <pc:sldMk cId="2900117438" sldId="292"/>
            <ac:spMk id="6" creationId="{0C016548-01A2-6E58-B80D-148384B98EB3}"/>
          </ac:spMkLst>
        </pc:spChg>
        <pc:spChg chg="del">
          <ac:chgData name="Christian Camilo Cano Vasquez" userId="8c73a2a4-758b-4e34-81ed-39462e48bd92" providerId="ADAL" clId="{83A706B2-AA95-4CDC-834C-F4D908C80230}" dt="2025-02-09T23:30:21.832" v="251" actId="478"/>
          <ac:spMkLst>
            <pc:docMk/>
            <pc:sldMk cId="2900117438" sldId="292"/>
            <ac:spMk id="7" creationId="{FBC7D187-267A-ADD4-764C-D3820B8ED302}"/>
          </ac:spMkLst>
        </pc:spChg>
        <pc:spChg chg="del">
          <ac:chgData name="Christian Camilo Cano Vasquez" userId="8c73a2a4-758b-4e34-81ed-39462e48bd92" providerId="ADAL" clId="{83A706B2-AA95-4CDC-834C-F4D908C80230}" dt="2025-02-09T23:30:25.360" v="252" actId="478"/>
          <ac:spMkLst>
            <pc:docMk/>
            <pc:sldMk cId="2900117438" sldId="292"/>
            <ac:spMk id="8" creationId="{1EF5BFDA-8EC1-8C73-A932-F36C4DB93C73}"/>
          </ac:spMkLst>
        </pc:spChg>
        <pc:spChg chg="add mod">
          <ac:chgData name="Christian Camilo Cano Vasquez" userId="8c73a2a4-758b-4e34-81ed-39462e48bd92" providerId="ADAL" clId="{83A706B2-AA95-4CDC-834C-F4D908C80230}" dt="2025-02-09T23:30:25.991" v="253"/>
          <ac:spMkLst>
            <pc:docMk/>
            <pc:sldMk cId="2900117438" sldId="292"/>
            <ac:spMk id="9" creationId="{075D03BE-0D6A-89E5-3C68-D7BD97B4676E}"/>
          </ac:spMkLst>
        </pc:spChg>
        <pc:spChg chg="add mod">
          <ac:chgData name="Christian Camilo Cano Vasquez" userId="8c73a2a4-758b-4e34-81ed-39462e48bd92" providerId="ADAL" clId="{83A706B2-AA95-4CDC-834C-F4D908C80230}" dt="2025-02-09T23:30:25.991" v="253"/>
          <ac:spMkLst>
            <pc:docMk/>
            <pc:sldMk cId="2900117438" sldId="292"/>
            <ac:spMk id="10" creationId="{AC01EDEE-71CC-C570-700B-076F03FCF7E1}"/>
          </ac:spMkLst>
        </pc:spChg>
        <pc:spChg chg="mod">
          <ac:chgData name="Christian Camilo Cano Vasquez" userId="8c73a2a4-758b-4e34-81ed-39462e48bd92" providerId="ADAL" clId="{83A706B2-AA95-4CDC-834C-F4D908C80230}" dt="2025-02-09T23:29:51.940" v="250" actId="20577"/>
          <ac:spMkLst>
            <pc:docMk/>
            <pc:sldMk cId="2900117438" sldId="292"/>
            <ac:spMk id="16" creationId="{6AA2E789-F7AE-F068-274C-E0F13A22DBCA}"/>
          </ac:spMkLst>
        </pc:spChg>
      </pc:sldChg>
      <pc:sldChg chg="del">
        <pc:chgData name="Christian Camilo Cano Vasquez" userId="8c73a2a4-758b-4e34-81ed-39462e48bd92" providerId="ADAL" clId="{83A706B2-AA95-4CDC-834C-F4D908C80230}" dt="2025-02-09T23:36:40.142" v="343" actId="47"/>
        <pc:sldMkLst>
          <pc:docMk/>
          <pc:sldMk cId="3660438245" sldId="293"/>
        </pc:sldMkLst>
      </pc:sldChg>
      <pc:sldChg chg="addSp delSp modSp mod">
        <pc:chgData name="Christian Camilo Cano Vasquez" userId="8c73a2a4-758b-4e34-81ed-39462e48bd92" providerId="ADAL" clId="{83A706B2-AA95-4CDC-834C-F4D908C80230}" dt="2025-02-09T23:43:58.113" v="517" actId="20577"/>
        <pc:sldMkLst>
          <pc:docMk/>
          <pc:sldMk cId="2815679427" sldId="294"/>
        </pc:sldMkLst>
        <pc:spChg chg="add del mod">
          <ac:chgData name="Christian Camilo Cano Vasquez" userId="8c73a2a4-758b-4e34-81ed-39462e48bd92" providerId="ADAL" clId="{83A706B2-AA95-4CDC-834C-F4D908C80230}" dt="2025-02-09T23:39:50.840" v="385" actId="20577"/>
          <ac:spMkLst>
            <pc:docMk/>
            <pc:sldMk cId="2815679427" sldId="294"/>
            <ac:spMk id="2" creationId="{B5029729-ADF3-3B30-4FF9-83BE1DB82BD7}"/>
          </ac:spMkLst>
        </pc:spChg>
        <pc:spChg chg="add mod">
          <ac:chgData name="Christian Camilo Cano Vasquez" userId="8c73a2a4-758b-4e34-81ed-39462e48bd92" providerId="ADAL" clId="{83A706B2-AA95-4CDC-834C-F4D908C80230}" dt="2025-02-09T23:38:32.744" v="355" actId="1076"/>
          <ac:spMkLst>
            <pc:docMk/>
            <pc:sldMk cId="2815679427" sldId="294"/>
            <ac:spMk id="4" creationId="{06A90612-6654-786D-6F6A-F4EA67014379}"/>
          </ac:spMkLst>
        </pc:spChg>
        <pc:spChg chg="add mod">
          <ac:chgData name="Christian Camilo Cano Vasquez" userId="8c73a2a4-758b-4e34-81ed-39462e48bd92" providerId="ADAL" clId="{83A706B2-AA95-4CDC-834C-F4D908C80230}" dt="2025-02-09T23:38:32.744" v="355" actId="1076"/>
          <ac:spMkLst>
            <pc:docMk/>
            <pc:sldMk cId="2815679427" sldId="294"/>
            <ac:spMk id="5" creationId="{5032AC03-DEF1-DAF0-236E-A42778A7A062}"/>
          </ac:spMkLst>
        </pc:spChg>
        <pc:spChg chg="add mod">
          <ac:chgData name="Christian Camilo Cano Vasquez" userId="8c73a2a4-758b-4e34-81ed-39462e48bd92" providerId="ADAL" clId="{83A706B2-AA95-4CDC-834C-F4D908C80230}" dt="2025-02-09T23:37:46.370" v="351"/>
          <ac:spMkLst>
            <pc:docMk/>
            <pc:sldMk cId="2815679427" sldId="294"/>
            <ac:spMk id="6" creationId="{3338A34B-BF11-73AC-D891-565FD218C2F6}"/>
          </ac:spMkLst>
        </pc:spChg>
        <pc:spChg chg="add del mod">
          <ac:chgData name="Christian Camilo Cano Vasquez" userId="8c73a2a4-758b-4e34-81ed-39462e48bd92" providerId="ADAL" clId="{83A706B2-AA95-4CDC-834C-F4D908C80230}" dt="2025-02-09T23:39:04.073" v="372" actId="1036"/>
          <ac:spMkLst>
            <pc:docMk/>
            <pc:sldMk cId="2815679427" sldId="294"/>
            <ac:spMk id="7" creationId="{98DE5FDA-4E91-E843-E84A-1467BFAA9986}"/>
          </ac:spMkLst>
        </pc:spChg>
        <pc:spChg chg="add del mod">
          <ac:chgData name="Christian Camilo Cano Vasquez" userId="8c73a2a4-758b-4e34-81ed-39462e48bd92" providerId="ADAL" clId="{83A706B2-AA95-4CDC-834C-F4D908C80230}" dt="2025-02-09T23:43:58.113" v="517" actId="20577"/>
          <ac:spMkLst>
            <pc:docMk/>
            <pc:sldMk cId="2815679427" sldId="294"/>
            <ac:spMk id="8" creationId="{0DA14DBA-172E-DA2C-0573-6A00BF18F4A5}"/>
          </ac:spMkLst>
        </pc:spChg>
        <pc:spChg chg="add mod">
          <ac:chgData name="Christian Camilo Cano Vasquez" userId="8c73a2a4-758b-4e34-81ed-39462e48bd92" providerId="ADAL" clId="{83A706B2-AA95-4CDC-834C-F4D908C80230}" dt="2025-02-09T23:38:32.744" v="355" actId="1076"/>
          <ac:spMkLst>
            <pc:docMk/>
            <pc:sldMk cId="2815679427" sldId="294"/>
            <ac:spMk id="9" creationId="{4D1551B0-A822-E426-5721-B1FC37702FCB}"/>
          </ac:spMkLst>
        </pc:spChg>
        <pc:spChg chg="add mod">
          <ac:chgData name="Christian Camilo Cano Vasquez" userId="8c73a2a4-758b-4e34-81ed-39462e48bd92" providerId="ADAL" clId="{83A706B2-AA95-4CDC-834C-F4D908C80230}" dt="2025-02-09T23:38:32.744" v="355" actId="1076"/>
          <ac:spMkLst>
            <pc:docMk/>
            <pc:sldMk cId="2815679427" sldId="294"/>
            <ac:spMk id="11" creationId="{EFED69C0-44A5-9995-03AC-A48118DEE677}"/>
          </ac:spMkLst>
        </pc:spChg>
        <pc:spChg chg="mod">
          <ac:chgData name="Christian Camilo Cano Vasquez" userId="8c73a2a4-758b-4e34-81ed-39462e48bd92" providerId="ADAL" clId="{83A706B2-AA95-4CDC-834C-F4D908C80230}" dt="2025-02-09T23:38:57.830" v="367" actId="20577"/>
          <ac:spMkLst>
            <pc:docMk/>
            <pc:sldMk cId="2815679427" sldId="294"/>
            <ac:spMk id="16" creationId="{2B8D44BF-A3B5-6BED-C39C-FA8260E83536}"/>
          </ac:spMkLst>
        </pc:spChg>
        <pc:picChg chg="add mod">
          <ac:chgData name="Christian Camilo Cano Vasquez" userId="8c73a2a4-758b-4e34-81ed-39462e48bd92" providerId="ADAL" clId="{83A706B2-AA95-4CDC-834C-F4D908C80230}" dt="2025-02-09T23:38:32.744" v="355" actId="1076"/>
          <ac:picMkLst>
            <pc:docMk/>
            <pc:sldMk cId="2815679427" sldId="294"/>
            <ac:picMk id="10" creationId="{EA7B2FC2-D98A-62A1-228C-2882147646FE}"/>
          </ac:picMkLst>
        </pc:picChg>
      </pc:sldChg>
      <pc:sldChg chg="addSp delSp modSp new mod">
        <pc:chgData name="Christian Camilo Cano Vasquez" userId="8c73a2a4-758b-4e34-81ed-39462e48bd92" providerId="ADAL" clId="{83A706B2-AA95-4CDC-834C-F4D908C80230}" dt="2025-02-09T23:17:54.551" v="115" actId="403"/>
        <pc:sldMkLst>
          <pc:docMk/>
          <pc:sldMk cId="1640019522" sldId="295"/>
        </pc:sldMkLst>
        <pc:spChg chg="del">
          <ac:chgData name="Christian Camilo Cano Vasquez" userId="8c73a2a4-758b-4e34-81ed-39462e48bd92" providerId="ADAL" clId="{83A706B2-AA95-4CDC-834C-F4D908C80230}" dt="2025-02-09T23:17:37.829" v="108" actId="478"/>
          <ac:spMkLst>
            <pc:docMk/>
            <pc:sldMk cId="1640019522" sldId="295"/>
            <ac:spMk id="2" creationId="{5D66A4B3-0EC3-435E-57A3-EB664561ABDB}"/>
          </ac:spMkLst>
        </pc:spChg>
        <pc:spChg chg="del">
          <ac:chgData name="Christian Camilo Cano Vasquez" userId="8c73a2a4-758b-4e34-81ed-39462e48bd92" providerId="ADAL" clId="{83A706B2-AA95-4CDC-834C-F4D908C80230}" dt="2025-02-09T23:17:45.590" v="109"/>
          <ac:spMkLst>
            <pc:docMk/>
            <pc:sldMk cId="1640019522" sldId="295"/>
            <ac:spMk id="3" creationId="{A7B12427-6892-E9F1-A7EF-25CEDC14529C}"/>
          </ac:spMkLst>
        </pc:spChg>
        <pc:spChg chg="add mod">
          <ac:chgData name="Christian Camilo Cano Vasquez" userId="8c73a2a4-758b-4e34-81ed-39462e48bd92" providerId="ADAL" clId="{83A706B2-AA95-4CDC-834C-F4D908C80230}" dt="2025-02-09T23:17:54.551" v="115" actId="403"/>
          <ac:spMkLst>
            <pc:docMk/>
            <pc:sldMk cId="1640019522" sldId="295"/>
            <ac:spMk id="6" creationId="{AF6692CA-D0D0-2BAF-E673-933E02AE2BB8}"/>
          </ac:spMkLst>
        </pc:spChg>
      </pc:sldChg>
      <pc:sldChg chg="modSp add mod">
        <pc:chgData name="Christian Camilo Cano Vasquez" userId="8c73a2a4-758b-4e34-81ed-39462e48bd92" providerId="ADAL" clId="{83A706B2-AA95-4CDC-834C-F4D908C80230}" dt="2025-02-09T23:18:46.605" v="158" actId="20577"/>
        <pc:sldMkLst>
          <pc:docMk/>
          <pc:sldMk cId="3873318961" sldId="296"/>
        </pc:sldMkLst>
        <pc:spChg chg="mod">
          <ac:chgData name="Christian Camilo Cano Vasquez" userId="8c73a2a4-758b-4e34-81ed-39462e48bd92" providerId="ADAL" clId="{83A706B2-AA95-4CDC-834C-F4D908C80230}" dt="2025-02-09T23:18:46.605" v="158" actId="20577"/>
          <ac:spMkLst>
            <pc:docMk/>
            <pc:sldMk cId="3873318961" sldId="296"/>
            <ac:spMk id="6" creationId="{8111062F-F9A0-241E-6CCB-6E8BE4D8C60A}"/>
          </ac:spMkLst>
        </pc:spChg>
      </pc:sldChg>
      <pc:sldChg chg="modSp add mod">
        <pc:chgData name="Christian Camilo Cano Vasquez" userId="8c73a2a4-758b-4e34-81ed-39462e48bd92" providerId="ADAL" clId="{83A706B2-AA95-4CDC-834C-F4D908C80230}" dt="2025-02-10T11:46:25.185" v="655" actId="20577"/>
        <pc:sldMkLst>
          <pc:docMk/>
          <pc:sldMk cId="3454032079" sldId="297"/>
        </pc:sldMkLst>
        <pc:spChg chg="mod">
          <ac:chgData name="Christian Camilo Cano Vasquez" userId="8c73a2a4-758b-4e34-81ed-39462e48bd92" providerId="ADAL" clId="{83A706B2-AA95-4CDC-834C-F4D908C80230}" dt="2025-02-09T23:26:45.534" v="237" actId="20577"/>
          <ac:spMkLst>
            <pc:docMk/>
            <pc:sldMk cId="3454032079" sldId="297"/>
            <ac:spMk id="2" creationId="{181326FD-308E-2C47-D5D2-57B3357241AA}"/>
          </ac:spMkLst>
        </pc:spChg>
        <pc:spChg chg="mod">
          <ac:chgData name="Christian Camilo Cano Vasquez" userId="8c73a2a4-758b-4e34-81ed-39462e48bd92" providerId="ADAL" clId="{83A706B2-AA95-4CDC-834C-F4D908C80230}" dt="2025-02-09T23:26:13.591" v="226" actId="20577"/>
          <ac:spMkLst>
            <pc:docMk/>
            <pc:sldMk cId="3454032079" sldId="297"/>
            <ac:spMk id="8" creationId="{B08C2240-8810-4E0A-7DCF-E62A8271EA2E}"/>
          </ac:spMkLst>
        </pc:spChg>
        <pc:spChg chg="mod">
          <ac:chgData name="Christian Camilo Cano Vasquez" userId="8c73a2a4-758b-4e34-81ed-39462e48bd92" providerId="ADAL" clId="{83A706B2-AA95-4CDC-834C-F4D908C80230}" dt="2025-02-09T23:26:17.294" v="229" actId="20577"/>
          <ac:spMkLst>
            <pc:docMk/>
            <pc:sldMk cId="3454032079" sldId="297"/>
            <ac:spMk id="9" creationId="{BBDDC809-0F06-CBE2-4D1A-3A2FA36C33A8}"/>
          </ac:spMkLst>
        </pc:spChg>
        <pc:spChg chg="mod">
          <ac:chgData name="Christian Camilo Cano Vasquez" userId="8c73a2a4-758b-4e34-81ed-39462e48bd92" providerId="ADAL" clId="{83A706B2-AA95-4CDC-834C-F4D908C80230}" dt="2025-02-10T11:46:25.185" v="655" actId="20577"/>
          <ac:spMkLst>
            <pc:docMk/>
            <pc:sldMk cId="3454032079" sldId="297"/>
            <ac:spMk id="16" creationId="{5AC39480-E3E5-69B1-401F-A50C45531EF2}"/>
          </ac:spMkLst>
        </pc:spChg>
      </pc:sldChg>
      <pc:sldChg chg="modSp add mod">
        <pc:chgData name="Christian Camilo Cano Vasquez" userId="8c73a2a4-758b-4e34-81ed-39462e48bd92" providerId="ADAL" clId="{83A706B2-AA95-4CDC-834C-F4D908C80230}" dt="2025-02-09T23:36:30.584" v="342" actId="20577"/>
        <pc:sldMkLst>
          <pc:docMk/>
          <pc:sldMk cId="2103719889" sldId="298"/>
        </pc:sldMkLst>
        <pc:spChg chg="mod">
          <ac:chgData name="Christian Camilo Cano Vasquez" userId="8c73a2a4-758b-4e34-81ed-39462e48bd92" providerId="ADAL" clId="{83A706B2-AA95-4CDC-834C-F4D908C80230}" dt="2025-02-09T23:36:30.584" v="342" actId="20577"/>
          <ac:spMkLst>
            <pc:docMk/>
            <pc:sldMk cId="2103719889" sldId="298"/>
            <ac:spMk id="2" creationId="{8D88CB07-C5F5-9BB7-9F41-E171F0F0E2B9}"/>
          </ac:spMkLst>
        </pc:spChg>
        <pc:spChg chg="mod">
          <ac:chgData name="Christian Camilo Cano Vasquez" userId="8c73a2a4-758b-4e34-81ed-39462e48bd92" providerId="ADAL" clId="{83A706B2-AA95-4CDC-834C-F4D908C80230}" dt="2025-02-09T23:35:30.421" v="324" actId="20577"/>
          <ac:spMkLst>
            <pc:docMk/>
            <pc:sldMk cId="2103719889" sldId="298"/>
            <ac:spMk id="9" creationId="{2BDFECD2-156D-6697-CFBF-8CD783F9B986}"/>
          </ac:spMkLst>
        </pc:spChg>
        <pc:spChg chg="mod">
          <ac:chgData name="Christian Camilo Cano Vasquez" userId="8c73a2a4-758b-4e34-81ed-39462e48bd92" providerId="ADAL" clId="{83A706B2-AA95-4CDC-834C-F4D908C80230}" dt="2025-02-09T23:35:34.437" v="331" actId="20577"/>
          <ac:spMkLst>
            <pc:docMk/>
            <pc:sldMk cId="2103719889" sldId="298"/>
            <ac:spMk id="10" creationId="{3BFC64CA-DE35-A528-CF09-36A26DB3DEE4}"/>
          </ac:spMkLst>
        </pc:spChg>
        <pc:spChg chg="mod">
          <ac:chgData name="Christian Camilo Cano Vasquez" userId="8c73a2a4-758b-4e34-81ed-39462e48bd92" providerId="ADAL" clId="{83A706B2-AA95-4CDC-834C-F4D908C80230}" dt="2025-02-09T23:35:16.010" v="319" actId="20577"/>
          <ac:spMkLst>
            <pc:docMk/>
            <pc:sldMk cId="2103719889" sldId="298"/>
            <ac:spMk id="16" creationId="{53FFBD12-4EFF-41C1-4765-2AD268B2BD94}"/>
          </ac:spMkLst>
        </pc:spChg>
      </pc:sldChg>
      <pc:sldChg chg="modSp add mod">
        <pc:chgData name="Christian Camilo Cano Vasquez" userId="8c73a2a4-758b-4e34-81ed-39462e48bd92" providerId="ADAL" clId="{83A706B2-AA95-4CDC-834C-F4D908C80230}" dt="2025-02-09T23:43:30.035" v="490" actId="20577"/>
        <pc:sldMkLst>
          <pc:docMk/>
          <pc:sldMk cId="2685215753" sldId="299"/>
        </pc:sldMkLst>
        <pc:spChg chg="mod">
          <ac:chgData name="Christian Camilo Cano Vasquez" userId="8c73a2a4-758b-4e34-81ed-39462e48bd92" providerId="ADAL" clId="{83A706B2-AA95-4CDC-834C-F4D908C80230}" dt="2025-02-09T23:43:30.035" v="490" actId="20577"/>
          <ac:spMkLst>
            <pc:docMk/>
            <pc:sldMk cId="2685215753" sldId="299"/>
            <ac:spMk id="2" creationId="{43D7D9E5-DAC3-2BB8-7377-826863CBAD4E}"/>
          </ac:spMkLst>
        </pc:spChg>
        <pc:spChg chg="mod">
          <ac:chgData name="Christian Camilo Cano Vasquez" userId="8c73a2a4-758b-4e34-81ed-39462e48bd92" providerId="ADAL" clId="{83A706B2-AA95-4CDC-834C-F4D908C80230}" dt="2025-02-09T23:43:03.787" v="468" actId="1076"/>
          <ac:spMkLst>
            <pc:docMk/>
            <pc:sldMk cId="2685215753" sldId="299"/>
            <ac:spMk id="8" creationId="{643565A9-7DB6-D6EE-152F-2852C8BA7986}"/>
          </ac:spMkLst>
        </pc:spChg>
        <pc:spChg chg="mod">
          <ac:chgData name="Christian Camilo Cano Vasquez" userId="8c73a2a4-758b-4e34-81ed-39462e48bd92" providerId="ADAL" clId="{83A706B2-AA95-4CDC-834C-F4D908C80230}" dt="2025-02-09T23:43:18.188" v="482" actId="20577"/>
          <ac:spMkLst>
            <pc:docMk/>
            <pc:sldMk cId="2685215753" sldId="299"/>
            <ac:spMk id="16" creationId="{C096193E-AB86-E3CD-BDAC-0F9156C1A3F0}"/>
          </ac:spMkLst>
        </pc:spChg>
      </pc:sldChg>
      <pc:sldChg chg="modSp add mod">
        <pc:chgData name="Christian Camilo Cano Vasquez" userId="8c73a2a4-758b-4e34-81ed-39462e48bd92" providerId="ADAL" clId="{83A706B2-AA95-4CDC-834C-F4D908C80230}" dt="2025-02-09T23:48:20.230" v="543" actId="20577"/>
        <pc:sldMkLst>
          <pc:docMk/>
          <pc:sldMk cId="1023731220" sldId="300"/>
        </pc:sldMkLst>
        <pc:spChg chg="mod">
          <ac:chgData name="Christian Camilo Cano Vasquez" userId="8c73a2a4-758b-4e34-81ed-39462e48bd92" providerId="ADAL" clId="{83A706B2-AA95-4CDC-834C-F4D908C80230}" dt="2025-02-09T23:45:57.548" v="541" actId="20577"/>
          <ac:spMkLst>
            <pc:docMk/>
            <pc:sldMk cId="1023731220" sldId="300"/>
            <ac:spMk id="8" creationId="{B0CFB20A-64F3-A296-71E8-F4FA17D35314}"/>
          </ac:spMkLst>
        </pc:spChg>
        <pc:spChg chg="mod">
          <ac:chgData name="Christian Camilo Cano Vasquez" userId="8c73a2a4-758b-4e34-81ed-39462e48bd92" providerId="ADAL" clId="{83A706B2-AA95-4CDC-834C-F4D908C80230}" dt="2025-02-09T23:48:20.230" v="543" actId="20577"/>
          <ac:spMkLst>
            <pc:docMk/>
            <pc:sldMk cId="1023731220" sldId="300"/>
            <ac:spMk id="16" creationId="{E1662E38-DE72-ADF3-A38E-08ED40DCC2AD}"/>
          </ac:spMkLst>
        </pc:spChg>
      </pc:sldChg>
      <pc:sldChg chg="modSp add mod">
        <pc:chgData name="Christian Camilo Cano Vasquez" userId="8c73a2a4-758b-4e34-81ed-39462e48bd92" providerId="ADAL" clId="{83A706B2-AA95-4CDC-834C-F4D908C80230}" dt="2025-02-10T08:28:14.084" v="652" actId="20577"/>
        <pc:sldMkLst>
          <pc:docMk/>
          <pc:sldMk cId="699864314" sldId="301"/>
        </pc:sldMkLst>
        <pc:spChg chg="mod">
          <ac:chgData name="Christian Camilo Cano Vasquez" userId="8c73a2a4-758b-4e34-81ed-39462e48bd92" providerId="ADAL" clId="{83A706B2-AA95-4CDC-834C-F4D908C80230}" dt="2025-02-09T23:49:32.025" v="650" actId="20577"/>
          <ac:spMkLst>
            <pc:docMk/>
            <pc:sldMk cId="699864314" sldId="301"/>
            <ac:spMk id="2" creationId="{42D73A2E-0E5A-8A39-6B70-F9E94D6DBB70}"/>
          </ac:spMkLst>
        </pc:spChg>
        <pc:spChg chg="mod">
          <ac:chgData name="Christian Camilo Cano Vasquez" userId="8c73a2a4-758b-4e34-81ed-39462e48bd92" providerId="ADAL" clId="{83A706B2-AA95-4CDC-834C-F4D908C80230}" dt="2025-02-10T08:28:14.084" v="652" actId="20577"/>
          <ac:spMkLst>
            <pc:docMk/>
            <pc:sldMk cId="699864314" sldId="301"/>
            <ac:spMk id="16" creationId="{1E256546-3103-104D-A87F-78AEBE5D595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10/03/2026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10/03/2026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7916C8-5B29-7D3D-F8FD-EAA14A5029B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092C7B2-D1CF-685C-0FE2-86D02C0252F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3B982F2-AB38-0F46-30D8-5E6F3AEC9798}"/>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A8D9170-8E50-5136-6BF9-5D7D0FFB54DB}"/>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28266992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5433C-0147-2981-F821-D670A13241D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0E2EDD1-57BF-F66C-9963-0621E0F545D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2B7737E-5482-C9D4-C181-040CBD422511}"/>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A079DA3-DC8C-4F3F-105A-2DB67FE9AD60}"/>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20061427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13AB0-266F-DF08-D919-B88FFCEB135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4037761-C3AA-DFD2-0719-F39A1F484D4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D79C8F57-8A24-8145-69AC-9C54F5967A7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0D72B7F-C26E-4235-15AE-A706CA7D10CB}"/>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10606744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12144-FCBE-6A8A-A0AE-4B9D57DA8E1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8B7E8D5-CF3D-FB31-A479-FE9B4678B44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98ECD-779C-B147-FA65-387301E8BDD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4D029A2-BBAC-779C-5358-BB9C7A2A122B}"/>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36645198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6B1C6-3682-4180-87C4-06A6C4E8012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AAE3208-A690-FD1F-E94C-D310F334A7E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8F7B85C-6C72-3DDD-289B-E766AA64E9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91AFB1E-8F28-1193-6909-CAB4A27B11F0}"/>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28351709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0BA22-DBA9-14F1-E21B-ACB4C6B7F32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316E6B2-214F-F40F-258D-FF87081027D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DB75D3B-42C9-35E9-99BA-0268BA71467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A531B01-1E40-9F79-3CC8-FA6E8156BAFE}"/>
              </a:ext>
            </a:extLst>
          </p:cNvPr>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7149530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91556084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9112F-7FB7-4F49-F4F6-C1D0DC6ADBE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190F532-536D-B583-3561-FD0C56234D4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C233B1A-142E-BC7B-FE19-6D22CE4082B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85087E6-8FC6-B2E3-2D74-B3C5168F5568}"/>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15818590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16</a:t>
            </a:fld>
            <a:endParaRPr lang="es-ES"/>
          </a:p>
        </p:txBody>
      </p:sp>
    </p:spTree>
    <p:extLst>
      <p:ext uri="{BB962C8B-B14F-4D97-AF65-F5344CB8AC3E}">
        <p14:creationId xmlns:p14="http://schemas.microsoft.com/office/powerpoint/2010/main" val="94223294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17</a:t>
            </a:fld>
            <a:endParaRPr lang="es-ES"/>
          </a:p>
        </p:txBody>
      </p:sp>
    </p:spTree>
    <p:extLst>
      <p:ext uri="{BB962C8B-B14F-4D97-AF65-F5344CB8AC3E}">
        <p14:creationId xmlns:p14="http://schemas.microsoft.com/office/powerpoint/2010/main" val="290595306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3BE0A-4FED-FF2A-A29F-A3D3BA9386A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78D4508-C900-33E0-69A9-12D9A5EC8BE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3678FD2-F52A-F464-A6DC-9AE4044DCA6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6FF2B29-AFFB-903E-D5AD-4E4E99BA5701}"/>
              </a:ext>
            </a:extLst>
          </p:cNvPr>
          <p:cNvSpPr>
            <a:spLocks noGrp="1"/>
          </p:cNvSpPr>
          <p:nvPr>
            <p:ph type="sldNum" sz="quarter" idx="5"/>
          </p:nvPr>
        </p:nvSpPr>
        <p:spPr/>
        <p:txBody>
          <a:bodyPr/>
          <a:lstStyle/>
          <a:p>
            <a:fld id="{676223B9-C868-4436-87D9-1A3152E1157A}" type="slidenum">
              <a:rPr lang="es-ES" smtClean="0"/>
              <a:t>18</a:t>
            </a:fld>
            <a:endParaRPr lang="es-ES"/>
          </a:p>
        </p:txBody>
      </p:sp>
    </p:spTree>
    <p:extLst>
      <p:ext uri="{BB962C8B-B14F-4D97-AF65-F5344CB8AC3E}">
        <p14:creationId xmlns:p14="http://schemas.microsoft.com/office/powerpoint/2010/main" val="10832986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2.0. COUPLERS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3.png"/><Relationship Id="rId7"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4.svg"/><Relationship Id="rId9" Type="http://schemas.openxmlformats.org/officeDocument/2006/relationships/image" Target="../media/image14.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20.png"/><Relationship Id="rId5" Type="http://schemas.openxmlformats.org/officeDocument/2006/relationships/image" Target="../media/image101.png"/><Relationship Id="rId4" Type="http://schemas.openxmlformats.org/officeDocument/2006/relationships/image" Target="../media/image4.sv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20.png"/><Relationship Id="rId5" Type="http://schemas.openxmlformats.org/officeDocument/2006/relationships/image" Target="../media/image110.png"/><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40.png"/><Relationship Id="rId5" Type="http://schemas.openxmlformats.org/officeDocument/2006/relationships/image" Target="../media/image130.png"/><Relationship Id="rId4" Type="http://schemas.openxmlformats.org/officeDocument/2006/relationships/image" Target="../media/image4.svg"/></Relationships>
</file>

<file path=ppt/slides/_rels/slide1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2.0. </a:t>
            </a:r>
            <a:r>
              <a:rPr lang="es-ES" sz="3200" b="1" dirty="0" err="1">
                <a:latin typeface="Lucida Sans"/>
                <a:cs typeface="Lucida Sans"/>
              </a:rPr>
              <a:t>Couplers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https://github.com/cccanvas-upv/pic-upv-lab2.git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COUPLERS_Student.ipynb</a:t>
            </a:r>
            <a:r>
              <a:rPr lang="en-US" kern="0" dirty="0">
                <a:solidFill>
                  <a:sysClr val="windowText" lastClr="000000"/>
                </a:solidFill>
              </a:rPr>
              <a:t> </a:t>
            </a:r>
          </a:p>
          <a:p>
            <a:pPr algn="just"/>
            <a:endParaRPr lang="en-US" b="1" i="1" dirty="0"/>
          </a:p>
          <a:p>
            <a:pPr algn="just"/>
            <a:r>
              <a:rPr lang="en-US" b="1" i="1" dirty="0"/>
              <a:t>Cross-Sections </a:t>
            </a:r>
            <a:r>
              <a:rPr lang="en-US" i="1" dirty="0"/>
              <a:t>to be studied:</a:t>
            </a:r>
            <a:endParaRPr lang="en-US" b="1" i="1" dirty="0"/>
          </a:p>
          <a:p>
            <a:pPr algn="just"/>
            <a:endParaRPr lang="en-US" sz="2000" b="1" i="1"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1241591"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97" name="object 62">
            <a:extLst>
              <a:ext uri="{FF2B5EF4-FFF2-40B4-BE49-F238E27FC236}">
                <a16:creationId xmlns:a16="http://schemas.microsoft.com/office/drawing/2014/main" id="{13E0425E-CEDF-CBC4-B34B-0CC3951920EA}"/>
              </a:ext>
            </a:extLst>
          </p:cNvPr>
          <p:cNvSpPr/>
          <p:nvPr/>
        </p:nvSpPr>
        <p:spPr>
          <a:xfrm>
            <a:off x="1795778"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229760"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48179" y="4155787"/>
            <a:ext cx="914400" cy="89266"/>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073955" y="3856694"/>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352355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4421819" y="5309818"/>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239000"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114" name="object 64">
            <a:extLst>
              <a:ext uri="{FF2B5EF4-FFF2-40B4-BE49-F238E27FC236}">
                <a16:creationId xmlns:a16="http://schemas.microsoft.com/office/drawing/2014/main" id="{D9E5D738-CA47-1898-E0D8-DFBC514F5A50}"/>
              </a:ext>
            </a:extLst>
          </p:cNvPr>
          <p:cNvSpPr/>
          <p:nvPr/>
        </p:nvSpPr>
        <p:spPr>
          <a:xfrm>
            <a:off x="7663179" y="4163346"/>
            <a:ext cx="3165333" cy="48374"/>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10954" y="3926878"/>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7663179" y="4325314"/>
            <a:ext cx="3165333"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lang="es-ES" sz="1600" b="1" spc="-10" dirty="0">
                <a:latin typeface="Calibri"/>
                <a:cs typeface="Calibri"/>
              </a:rPr>
              <a:t>MMI </a:t>
            </a:r>
            <a:r>
              <a:rPr lang="es-ES" sz="1600" b="1" spc="-10" dirty="0" err="1">
                <a:latin typeface="Calibri"/>
                <a:cs typeface="Calibri"/>
              </a:rPr>
              <a:t>Body</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7284458" y="5303772"/>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7377675" y="5580458"/>
            <a:ext cx="3954288" cy="369332"/>
          </a:xfrm>
          <a:prstGeom prst="rect">
            <a:avLst/>
          </a:prstGeom>
          <a:noFill/>
        </p:spPr>
        <p:txBody>
          <a:bodyPr wrap="none" rtlCol="0">
            <a:spAutoFit/>
          </a:bodyPr>
          <a:lstStyle/>
          <a:p>
            <a:pPr algn="r"/>
            <a:r>
              <a:rPr lang="en-US" b="1" dirty="0"/>
              <a:t>Multimode Interference (MMI) </a:t>
            </a:r>
            <a:r>
              <a:rPr lang="en-US" dirty="0"/>
              <a:t>coupler</a:t>
            </a:r>
            <a:r>
              <a:rPr lang="en-US" b="1" dirty="0"/>
              <a:t> </a:t>
            </a:r>
            <a:endParaRPr lang="en-US" dirty="0"/>
          </a:p>
        </p:txBody>
      </p:sp>
      <p:sp>
        <p:nvSpPr>
          <p:cNvPr id="8" name="CuadroTexto 7">
            <a:extLst>
              <a:ext uri="{FF2B5EF4-FFF2-40B4-BE49-F238E27FC236}">
                <a16:creationId xmlns:a16="http://schemas.microsoft.com/office/drawing/2014/main" id="{7336B5D8-2D70-3E7A-336D-AF55EC49DEB8}"/>
              </a:ext>
            </a:extLst>
          </p:cNvPr>
          <p:cNvSpPr txBox="1"/>
          <p:nvPr/>
        </p:nvSpPr>
        <p:spPr>
          <a:xfrm>
            <a:off x="1168826" y="5579058"/>
            <a:ext cx="2743199" cy="369332"/>
          </a:xfrm>
          <a:prstGeom prst="rect">
            <a:avLst/>
          </a:prstGeom>
          <a:noFill/>
        </p:spPr>
        <p:txBody>
          <a:bodyPr wrap="square">
            <a:spAutoFit/>
          </a:bodyPr>
          <a:lstStyle/>
          <a:p>
            <a:r>
              <a:rPr lang="en-US" b="1" dirty="0"/>
              <a:t>Directional </a:t>
            </a:r>
            <a:r>
              <a:rPr lang="en-US" dirty="0"/>
              <a:t>coupler (DC)</a:t>
            </a:r>
          </a:p>
        </p:txBody>
      </p:sp>
      <p:sp>
        <p:nvSpPr>
          <p:cNvPr id="7" name="object 73">
            <a:extLst>
              <a:ext uri="{FF2B5EF4-FFF2-40B4-BE49-F238E27FC236}">
                <a16:creationId xmlns:a16="http://schemas.microsoft.com/office/drawing/2014/main" id="{9404A65A-9F07-371B-17B4-56EE1381567B}"/>
              </a:ext>
            </a:extLst>
          </p:cNvPr>
          <p:cNvSpPr txBox="1"/>
          <p:nvPr/>
        </p:nvSpPr>
        <p:spPr>
          <a:xfrm>
            <a:off x="194817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9" name="object 64">
            <a:extLst>
              <a:ext uri="{FF2B5EF4-FFF2-40B4-BE49-F238E27FC236}">
                <a16:creationId xmlns:a16="http://schemas.microsoft.com/office/drawing/2014/main" id="{B06C28EB-4BF4-A40B-513B-ACC7E468CDC3}"/>
              </a:ext>
            </a:extLst>
          </p:cNvPr>
          <p:cNvSpPr/>
          <p:nvPr/>
        </p:nvSpPr>
        <p:spPr>
          <a:xfrm flipV="1">
            <a:off x="2911079" y="5067632"/>
            <a:ext cx="590401" cy="45719"/>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 name="object 63">
            <a:extLst>
              <a:ext uri="{FF2B5EF4-FFF2-40B4-BE49-F238E27FC236}">
                <a16:creationId xmlns:a16="http://schemas.microsoft.com/office/drawing/2014/main" id="{4601CBDA-CF6C-DA98-1398-C31497498862}"/>
              </a:ext>
            </a:extLst>
          </p:cNvPr>
          <p:cNvSpPr txBox="1"/>
          <p:nvPr/>
        </p:nvSpPr>
        <p:spPr>
          <a:xfrm>
            <a:off x="2939643" y="5090491"/>
            <a:ext cx="577850" cy="454025"/>
          </a:xfrm>
          <a:prstGeom prst="rect">
            <a:avLst/>
          </a:prstGeom>
        </p:spPr>
        <p:txBody>
          <a:bodyPr vert="horz" wrap="square" lIns="0" tIns="13335" rIns="0" bIns="0" rtlCol="0">
            <a:spAutoFit/>
          </a:bodyPr>
          <a:lstStyle/>
          <a:p>
            <a:pPr marR="3175" algn="ctr">
              <a:lnSpc>
                <a:spcPct val="100000"/>
              </a:lnSpc>
              <a:spcBef>
                <a:spcPts val="105"/>
              </a:spcBef>
            </a:pPr>
            <a:r>
              <a:rPr lang="es-ES" sz="1400" dirty="0">
                <a:latin typeface="Calibri"/>
                <a:cs typeface="Calibri"/>
              </a:rPr>
              <a:t>g</a:t>
            </a:r>
            <a:endParaRPr sz="1400" dirty="0">
              <a:latin typeface="Calibri"/>
              <a:cs typeface="Calibri"/>
            </a:endParaRPr>
          </a:p>
          <a:p>
            <a:pPr marR="5080" algn="ctr">
              <a:lnSpc>
                <a:spcPct val="100000"/>
              </a:lnSpc>
              <a:spcBef>
                <a:spcPts val="5"/>
              </a:spcBef>
            </a:pPr>
            <a:r>
              <a:rPr sz="1400" spc="-10" dirty="0">
                <a:latin typeface="Calibri"/>
                <a:cs typeface="Calibri"/>
              </a:rPr>
              <a:t>(</a:t>
            </a:r>
            <a:r>
              <a:rPr lang="es-ES" sz="1400" spc="-10" dirty="0">
                <a:latin typeface="Calibri"/>
                <a:cs typeface="Calibri"/>
              </a:rPr>
              <a:t>gap</a:t>
            </a:r>
            <a:r>
              <a:rPr sz="1400" dirty="0">
                <a:latin typeface="Calibri"/>
                <a:cs typeface="Calibri"/>
              </a:rPr>
              <a:t>)</a:t>
            </a:r>
          </a:p>
        </p:txBody>
      </p:sp>
      <p:sp>
        <p:nvSpPr>
          <p:cNvPr id="11" name="object 62">
            <a:extLst>
              <a:ext uri="{FF2B5EF4-FFF2-40B4-BE49-F238E27FC236}">
                <a16:creationId xmlns:a16="http://schemas.microsoft.com/office/drawing/2014/main" id="{F1DAA8E2-74AD-BD39-C248-2324458F6D54}"/>
              </a:ext>
            </a:extLst>
          </p:cNvPr>
          <p:cNvSpPr/>
          <p:nvPr/>
        </p:nvSpPr>
        <p:spPr>
          <a:xfrm>
            <a:off x="7448782"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 name="object 63">
            <a:extLst>
              <a:ext uri="{FF2B5EF4-FFF2-40B4-BE49-F238E27FC236}">
                <a16:creationId xmlns:a16="http://schemas.microsoft.com/office/drawing/2014/main" id="{FCE9BE8C-E2F4-7CBE-236B-A2E5451F5C01}"/>
              </a:ext>
            </a:extLst>
          </p:cNvPr>
          <p:cNvSpPr txBox="1"/>
          <p:nvPr/>
        </p:nvSpPr>
        <p:spPr>
          <a:xfrm>
            <a:off x="6882764"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1F74687F-7302-3F32-F9D1-0566D05F33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78335A49-ACE2-C055-50CA-8DD755D2E76D}"/>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6" name="Título 4">
            <a:extLst>
              <a:ext uri="{FF2B5EF4-FFF2-40B4-BE49-F238E27FC236}">
                <a16:creationId xmlns:a16="http://schemas.microsoft.com/office/drawing/2014/main" id="{AF6692CA-D0D0-2BAF-E673-933E02AE2BB8}"/>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Directional coupler</a:t>
            </a:r>
          </a:p>
        </p:txBody>
      </p:sp>
    </p:spTree>
    <p:extLst>
      <p:ext uri="{BB962C8B-B14F-4D97-AF65-F5344CB8AC3E}">
        <p14:creationId xmlns:p14="http://schemas.microsoft.com/office/powerpoint/2010/main" val="1640019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length and coupling coefficient</a:t>
            </a:r>
            <a:br>
              <a:rPr lang="en-US" sz="2500" spc="-5" dirty="0">
                <a:latin typeface="+mj-lt"/>
                <a:cs typeface="Lucida Sans"/>
              </a:rPr>
            </a:br>
            <a:r>
              <a:rPr lang="en-US" b="0" dirty="0"/>
              <a:t>Wavelength 1.5 µm – width 1.2 µm – gap 0.6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(distance needed for a complete energy transfer between waveguides, distance needed for splitting power in half.. )</a:t>
            </a:r>
          </a:p>
          <a:p>
            <a:pPr algn="just"/>
            <a:r>
              <a:rPr lang="en-US" sz="1200" dirty="0">
                <a:latin typeface="Arial" panose="020B0604020202020204" pitchFamily="34" charset="0"/>
                <a:cs typeface="Arial" panose="020B0604020202020204" pitchFamily="34" charset="0"/>
              </a:rPr>
              <a:t>In the graph above, the coupling coefficient in terms of the proportion L/</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 is represented. This parameter indicates the proportion of energy transferred from one port to another in terms of the length of the directional coupler.</a:t>
            </a:r>
          </a:p>
          <a:p>
            <a:pPr algn="just"/>
            <a:r>
              <a:rPr lang="en-US" sz="1200" dirty="0">
                <a:latin typeface="Arial" panose="020B0604020202020204" pitchFamily="34" charset="0"/>
                <a:cs typeface="Arial" panose="020B0604020202020204" pitchFamily="34" charset="0"/>
              </a:rPr>
              <a:t>For a complete energy transfer, a distance of </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 is required, obtaining a value k=1.0.</a:t>
            </a:r>
          </a:p>
          <a:p>
            <a:pPr algn="just"/>
            <a:r>
              <a:rPr lang="en-US" sz="1200" dirty="0">
                <a:latin typeface="Arial" panose="020B0604020202020204" pitchFamily="34" charset="0"/>
                <a:cs typeface="Arial" panose="020B0604020202020204" pitchFamily="34" charset="0"/>
              </a:rPr>
              <a:t>If we required a half power splitting, then the coupling coefficient needs to be k=0.5, which is found for L/</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=1.5, which means a length of 1.5 times </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21F754A5-65BC-14A3-5F55-75716FFA9027}"/>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D9C65D4-5494-F5CE-1094-CB0A32C33876}"/>
              </a:ext>
            </a:extLst>
          </p:cNvPr>
          <p:cNvSpPr txBox="1"/>
          <p:nvPr/>
        </p:nvSpPr>
        <p:spPr>
          <a:xfrm>
            <a:off x="3909688" y="2609722"/>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L/</a:t>
            </a:r>
            <a:r>
              <a:rPr lang="en-US" dirty="0" err="1"/>
              <a:t>Lpi</a:t>
            </a:r>
            <a:r>
              <a:rPr lang="en-US" dirty="0"/>
              <a:t> vs K plot here</a:t>
            </a:r>
          </a:p>
        </p:txBody>
      </p:sp>
      <p:pic>
        <p:nvPicPr>
          <p:cNvPr id="6" name="Imagen 5" descr="Forma&#10;&#10;Descripción generada automáticamente con confianza media">
            <a:extLst>
              <a:ext uri="{FF2B5EF4-FFF2-40B4-BE49-F238E27FC236}">
                <a16:creationId xmlns:a16="http://schemas.microsoft.com/office/drawing/2014/main" id="{380A8455-6386-C7D5-7BB6-B79D8D91F0E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82588" y="1626040"/>
            <a:ext cx="3383313" cy="983682"/>
          </a:xfrm>
          <a:prstGeom prst="rect">
            <a:avLst/>
          </a:prstGeom>
        </p:spPr>
      </p:pic>
      <p:pic>
        <p:nvPicPr>
          <p:cNvPr id="12" name="Picture 11" descr="A graph with blue lines&#10;&#10;AI-generated content may be incorrect.">
            <a:extLst>
              <a:ext uri="{FF2B5EF4-FFF2-40B4-BE49-F238E27FC236}">
                <a16:creationId xmlns:a16="http://schemas.microsoft.com/office/drawing/2014/main" id="{C4FD822E-F47A-D7C3-F6FF-2227E61FDFC2}"/>
              </a:ext>
            </a:extLst>
          </p:cNvPr>
          <p:cNvPicPr>
            <a:picLocks noChangeAspect="1"/>
          </p:cNvPicPr>
          <p:nvPr/>
        </p:nvPicPr>
        <p:blipFill>
          <a:blip r:embed="rId6"/>
          <a:stretch>
            <a:fillRect/>
          </a:stretch>
        </p:blipFill>
        <p:spPr>
          <a:xfrm>
            <a:off x="4343400" y="1475952"/>
            <a:ext cx="5075046" cy="3216494"/>
          </a:xfrm>
          <a:prstGeom prst="rect">
            <a:avLst/>
          </a:prstGeom>
        </p:spPr>
      </p:pic>
    </p:spTree>
    <p:extLst>
      <p:ext uri="{BB962C8B-B14F-4D97-AF65-F5344CB8AC3E}">
        <p14:creationId xmlns:p14="http://schemas.microsoft.com/office/powerpoint/2010/main" val="36636240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2x2 Directional Coupler</a:t>
            </a:r>
            <a:br>
              <a:rPr lang="en-US" sz="2500" spc="-5" dirty="0">
                <a:latin typeface="+mj-lt"/>
                <a:cs typeface="Lucida Sans"/>
              </a:rPr>
            </a:br>
            <a:r>
              <a:rPr lang="en-US" b="0" dirty="0"/>
              <a:t>Width 1.2 um – Wavelength 1.55 µm </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 )</a:t>
            </a:r>
          </a:p>
          <a:p>
            <a:pPr algn="just"/>
            <a:r>
              <a:rPr lang="en-US" sz="1200" dirty="0">
                <a:latin typeface="Arial" panose="020B0604020202020204" pitchFamily="34" charset="0"/>
                <a:cs typeface="Arial" panose="020B0604020202020204" pitchFamily="34" charset="0"/>
              </a:rPr>
              <a:t>The coupling relationship ratio is shown in the printed data as 0.0013 and 0.9987 for the respective outputs. This results are coherent with the input parameters, since the DC length corresponds to </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 thus obtaining a quasi-complete energy transfer from the lower to the upper port.  </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The solver also provides the calculation of </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 for the given waveguide and gap dimensions, which is 94.0274 um.</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Finally, a difference between the input and output optical powers is observed, resulting in an excess loss of 0.1851 </a:t>
            </a:r>
            <a:r>
              <a:rPr lang="en-US" sz="1200" dirty="0" err="1">
                <a:latin typeface="Arial" panose="020B0604020202020204" pitchFamily="34" charset="0"/>
                <a:cs typeface="Arial" panose="020B0604020202020204" pitchFamily="34" charset="0"/>
              </a:rPr>
              <a:t>dB.</a:t>
            </a:r>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1EF5BFDA-8EC1-8C73-A932-F36C4DB93C73}"/>
              </a:ext>
            </a:extLst>
          </p:cNvPr>
          <p:cNvSpPr txBox="1"/>
          <p:nvPr/>
        </p:nvSpPr>
        <p:spPr>
          <a:xfrm>
            <a:off x="2286000" y="2671278"/>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output text here</a:t>
            </a:r>
          </a:p>
        </p:txBody>
      </p:sp>
      <p:pic>
        <p:nvPicPr>
          <p:cNvPr id="5" name="Picture 4" descr="A screenshot of a computer&#10;&#10;AI-generated content may be incorrect.">
            <a:extLst>
              <a:ext uri="{FF2B5EF4-FFF2-40B4-BE49-F238E27FC236}">
                <a16:creationId xmlns:a16="http://schemas.microsoft.com/office/drawing/2014/main" id="{14D5B803-F932-B81A-2687-7A07915CE350}"/>
              </a:ext>
            </a:extLst>
          </p:cNvPr>
          <p:cNvPicPr>
            <a:picLocks noChangeAspect="1"/>
          </p:cNvPicPr>
          <p:nvPr/>
        </p:nvPicPr>
        <p:blipFill>
          <a:blip r:embed="rId5"/>
          <a:stretch>
            <a:fillRect/>
          </a:stretch>
        </p:blipFill>
        <p:spPr>
          <a:xfrm>
            <a:off x="3142992" y="1487922"/>
            <a:ext cx="5296416" cy="3166929"/>
          </a:xfrm>
          <a:prstGeom prst="rect">
            <a:avLst/>
          </a:prstGeom>
        </p:spPr>
      </p:pic>
      <p:sp>
        <p:nvSpPr>
          <p:cNvPr id="6" name="TextBox 5">
            <a:extLst>
              <a:ext uri="{FF2B5EF4-FFF2-40B4-BE49-F238E27FC236}">
                <a16:creationId xmlns:a16="http://schemas.microsoft.com/office/drawing/2014/main" id="{2B77231A-F7C6-C229-0C6C-AE70E6DAD40A}"/>
              </a:ext>
            </a:extLst>
          </p:cNvPr>
          <p:cNvSpPr txBox="1"/>
          <p:nvPr/>
        </p:nvSpPr>
        <p:spPr>
          <a:xfrm>
            <a:off x="1577820" y="1710268"/>
            <a:ext cx="914400" cy="369332"/>
          </a:xfrm>
          <a:prstGeom prst="rect">
            <a:avLst/>
          </a:prstGeom>
          <a:noFill/>
        </p:spPr>
        <p:txBody>
          <a:bodyPr wrap="square" rtlCol="0">
            <a:spAutoFit/>
          </a:bodyPr>
          <a:lstStyle/>
          <a:p>
            <a:r>
              <a:rPr lang="en-GB" dirty="0"/>
              <a:t>L = </a:t>
            </a:r>
            <a:r>
              <a:rPr lang="en-GB" dirty="0" err="1"/>
              <a:t>L_pi</a:t>
            </a:r>
            <a:endParaRPr lang="en-GB" dirty="0"/>
          </a:p>
        </p:txBody>
      </p:sp>
    </p:spTree>
    <p:extLst>
      <p:ext uri="{BB962C8B-B14F-4D97-AF65-F5344CB8AC3E}">
        <p14:creationId xmlns:p14="http://schemas.microsoft.com/office/powerpoint/2010/main" val="15583268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09930F-24B2-796B-071C-7A7CC043A260}"/>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2D11695-E050-3D3C-D85C-C16107B7977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2x2 Directional Coupler</a:t>
            </a:r>
            <a:br>
              <a:rPr lang="en-US" sz="2500" spc="-5" dirty="0">
                <a:latin typeface="+mj-lt"/>
                <a:cs typeface="Lucida Sans"/>
              </a:rPr>
            </a:br>
            <a:r>
              <a:rPr lang="en-US" dirty="0"/>
              <a:t>Gap sweep </a:t>
            </a:r>
            <a:r>
              <a:rPr lang="en-US" b="0" dirty="0"/>
              <a:t>0.6 - 1.6 µm (step 0.1 µm) – Wavelength 1.55 µm </a:t>
            </a:r>
            <a:endParaRPr lang="en-US" sz="2500" b="0" dirty="0">
              <a:latin typeface="+mj-lt"/>
              <a:cs typeface="Lucida Sans"/>
            </a:endParaRPr>
          </a:p>
        </p:txBody>
      </p:sp>
      <p:pic>
        <p:nvPicPr>
          <p:cNvPr id="83" name="Gráfico 82">
            <a:extLst>
              <a:ext uri="{FF2B5EF4-FFF2-40B4-BE49-F238E27FC236}">
                <a16:creationId xmlns:a16="http://schemas.microsoft.com/office/drawing/2014/main" id="{8E237BD4-2147-FEE9-F257-A2A755C25F2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7B836F2-3288-F895-8D72-8902E13AF630}"/>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21475591-9C54-D9B6-DFBA-BF28195A2F6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70560732-BAD1-1028-775F-695382A8F601}"/>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 )</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In the graphs above, the power distribution in the longitudinal plane of the directional coupler has been simulated for a gap sweep of 0.6 – 1.6 um, but only the first six have been pasted for lack of space.</a:t>
            </a:r>
          </a:p>
          <a:p>
            <a:pPr algn="just"/>
            <a:r>
              <a:rPr lang="en-US" sz="1200" dirty="0">
                <a:latin typeface="Arial" panose="020B0604020202020204" pitchFamily="34" charset="0"/>
                <a:cs typeface="Arial" panose="020B0604020202020204" pitchFamily="34" charset="0"/>
              </a:rPr>
              <a:t>Then, a length of </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/2 was selected for the simulation of the device, obtaining the expected 50:50 power splitting for every configuration.</a:t>
            </a: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7EB7C9AB-76D3-596E-0485-F4615E610583}"/>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3079B6A3-81B5-658B-53CD-B2F9F8BE1D7A}"/>
              </a:ext>
            </a:extLst>
          </p:cNvPr>
          <p:cNvPicPr>
            <a:picLocks noChangeAspect="1"/>
          </p:cNvPicPr>
          <p:nvPr/>
        </p:nvPicPr>
        <p:blipFill>
          <a:blip r:embed="rId5"/>
          <a:stretch>
            <a:fillRect/>
          </a:stretch>
        </p:blipFill>
        <p:spPr>
          <a:xfrm>
            <a:off x="998057" y="1738692"/>
            <a:ext cx="3396919" cy="863923"/>
          </a:xfrm>
          <a:prstGeom prst="rect">
            <a:avLst/>
          </a:prstGeom>
        </p:spPr>
      </p:pic>
      <p:pic>
        <p:nvPicPr>
          <p:cNvPr id="11" name="Picture 10">
            <a:extLst>
              <a:ext uri="{FF2B5EF4-FFF2-40B4-BE49-F238E27FC236}">
                <a16:creationId xmlns:a16="http://schemas.microsoft.com/office/drawing/2014/main" id="{3CE1EC12-8B0C-CEC3-125F-129B2E10798B}"/>
              </a:ext>
            </a:extLst>
          </p:cNvPr>
          <p:cNvPicPr>
            <a:picLocks noChangeAspect="1"/>
          </p:cNvPicPr>
          <p:nvPr/>
        </p:nvPicPr>
        <p:blipFill>
          <a:blip r:embed="rId6"/>
          <a:stretch>
            <a:fillRect/>
          </a:stretch>
        </p:blipFill>
        <p:spPr>
          <a:xfrm>
            <a:off x="817214" y="2684043"/>
            <a:ext cx="3758603" cy="864869"/>
          </a:xfrm>
          <a:prstGeom prst="rect">
            <a:avLst/>
          </a:prstGeom>
        </p:spPr>
      </p:pic>
      <p:pic>
        <p:nvPicPr>
          <p:cNvPr id="13" name="Picture 12">
            <a:extLst>
              <a:ext uri="{FF2B5EF4-FFF2-40B4-BE49-F238E27FC236}">
                <a16:creationId xmlns:a16="http://schemas.microsoft.com/office/drawing/2014/main" id="{E6A78A7A-FFBD-B106-B1B6-AA5A9E2716BD}"/>
              </a:ext>
            </a:extLst>
          </p:cNvPr>
          <p:cNvPicPr>
            <a:picLocks noChangeAspect="1"/>
          </p:cNvPicPr>
          <p:nvPr/>
        </p:nvPicPr>
        <p:blipFill>
          <a:blip r:embed="rId7"/>
          <a:stretch>
            <a:fillRect/>
          </a:stretch>
        </p:blipFill>
        <p:spPr>
          <a:xfrm>
            <a:off x="914400" y="3728820"/>
            <a:ext cx="3758603" cy="793338"/>
          </a:xfrm>
          <a:prstGeom prst="rect">
            <a:avLst/>
          </a:prstGeom>
        </p:spPr>
      </p:pic>
      <p:pic>
        <p:nvPicPr>
          <p:cNvPr id="15" name="Picture 14">
            <a:extLst>
              <a:ext uri="{FF2B5EF4-FFF2-40B4-BE49-F238E27FC236}">
                <a16:creationId xmlns:a16="http://schemas.microsoft.com/office/drawing/2014/main" id="{1B83349D-C6B7-7291-9F44-4C32A950C94A}"/>
              </a:ext>
            </a:extLst>
          </p:cNvPr>
          <p:cNvPicPr>
            <a:picLocks noChangeAspect="1"/>
          </p:cNvPicPr>
          <p:nvPr/>
        </p:nvPicPr>
        <p:blipFill>
          <a:blip r:embed="rId8"/>
          <a:stretch>
            <a:fillRect/>
          </a:stretch>
        </p:blipFill>
        <p:spPr>
          <a:xfrm>
            <a:off x="5775899" y="1682180"/>
            <a:ext cx="4666767" cy="920435"/>
          </a:xfrm>
          <a:prstGeom prst="rect">
            <a:avLst/>
          </a:prstGeom>
        </p:spPr>
      </p:pic>
      <p:pic>
        <p:nvPicPr>
          <p:cNvPr id="18" name="Picture 17">
            <a:extLst>
              <a:ext uri="{FF2B5EF4-FFF2-40B4-BE49-F238E27FC236}">
                <a16:creationId xmlns:a16="http://schemas.microsoft.com/office/drawing/2014/main" id="{80D1D729-A210-3B69-4B9B-2E476E857192}"/>
              </a:ext>
            </a:extLst>
          </p:cNvPr>
          <p:cNvPicPr>
            <a:picLocks noChangeAspect="1"/>
          </p:cNvPicPr>
          <p:nvPr/>
        </p:nvPicPr>
        <p:blipFill>
          <a:blip r:embed="rId9"/>
          <a:stretch>
            <a:fillRect/>
          </a:stretch>
        </p:blipFill>
        <p:spPr>
          <a:xfrm>
            <a:off x="5775899" y="2713343"/>
            <a:ext cx="4753164" cy="879911"/>
          </a:xfrm>
          <a:prstGeom prst="rect">
            <a:avLst/>
          </a:prstGeom>
        </p:spPr>
      </p:pic>
      <p:pic>
        <p:nvPicPr>
          <p:cNvPr id="20" name="Picture 19">
            <a:extLst>
              <a:ext uri="{FF2B5EF4-FFF2-40B4-BE49-F238E27FC236}">
                <a16:creationId xmlns:a16="http://schemas.microsoft.com/office/drawing/2014/main" id="{8D1B76AB-FD89-3441-8B07-D4B7E51315DC}"/>
              </a:ext>
            </a:extLst>
          </p:cNvPr>
          <p:cNvPicPr>
            <a:picLocks noChangeAspect="1"/>
          </p:cNvPicPr>
          <p:nvPr/>
        </p:nvPicPr>
        <p:blipFill>
          <a:blip r:embed="rId10"/>
          <a:stretch>
            <a:fillRect/>
          </a:stretch>
        </p:blipFill>
        <p:spPr>
          <a:xfrm>
            <a:off x="5947084" y="3734108"/>
            <a:ext cx="4495582" cy="793338"/>
          </a:xfrm>
          <a:prstGeom prst="rect">
            <a:avLst/>
          </a:prstGeom>
        </p:spPr>
      </p:pic>
    </p:spTree>
    <p:extLst>
      <p:ext uri="{BB962C8B-B14F-4D97-AF65-F5344CB8AC3E}">
        <p14:creationId xmlns:p14="http://schemas.microsoft.com/office/powerpoint/2010/main" val="30532672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73DF7A-49A7-1E9D-C94D-3F00553A93C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2E839C9-D37D-C91C-A429-94B1FE2884CC}"/>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2x2 Directional Coupler</a:t>
            </a:r>
            <a:br>
              <a:rPr lang="en-US" sz="2500" spc="-5" dirty="0">
                <a:latin typeface="+mj-lt"/>
                <a:cs typeface="Lucida Sans"/>
              </a:rPr>
            </a:br>
            <a:r>
              <a:rPr lang="en-US" dirty="0"/>
              <a:t>Gap sweep </a:t>
            </a:r>
            <a:r>
              <a:rPr lang="en-US" b="0" dirty="0"/>
              <a:t>0.6 - 1.6 µm (step 0.1 µm) – Wavelength 1.55 µm </a:t>
            </a:r>
            <a:endParaRPr lang="en-US" sz="2500" b="0" dirty="0">
              <a:latin typeface="+mj-lt"/>
              <a:cs typeface="Lucida Sans"/>
            </a:endParaRPr>
          </a:p>
        </p:txBody>
      </p:sp>
      <p:pic>
        <p:nvPicPr>
          <p:cNvPr id="83" name="Gráfico 82">
            <a:extLst>
              <a:ext uri="{FF2B5EF4-FFF2-40B4-BE49-F238E27FC236}">
                <a16:creationId xmlns:a16="http://schemas.microsoft.com/office/drawing/2014/main" id="{781BA13D-6CCE-78C7-0D56-F6600B4CE5A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6F99651-2D23-8E62-623F-474374489F6C}"/>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DCFE3CDF-5FCC-98CC-FB41-96B8AAA7FE1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BEABE9DC-4E8C-46E2-AC70-24A39A45B136}"/>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 )</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The graph above represents the </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 parameter in terms of the gap between two waveguides that conform a directional coupling. As expected, the bigger the gap, the bigger the </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 since the energy transfer ratio is smaller and, thus, more time (i.e. distance) is required to transfer all optical power from one port to the other.</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E9DF101A-6659-E716-D296-A769BFC8113E}"/>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B2E66881-9DED-9BC2-9573-5D10B137B13A}"/>
              </a:ext>
            </a:extLst>
          </p:cNvPr>
          <p:cNvPicPr>
            <a:picLocks noChangeAspect="1"/>
          </p:cNvPicPr>
          <p:nvPr/>
        </p:nvPicPr>
        <p:blipFill>
          <a:blip r:embed="rId5"/>
          <a:stretch>
            <a:fillRect/>
          </a:stretch>
        </p:blipFill>
        <p:spPr>
          <a:xfrm>
            <a:off x="3505200" y="1509697"/>
            <a:ext cx="3981450" cy="3123379"/>
          </a:xfrm>
          <a:prstGeom prst="rect">
            <a:avLst/>
          </a:prstGeom>
        </p:spPr>
      </p:pic>
    </p:spTree>
    <p:extLst>
      <p:ext uri="{BB962C8B-B14F-4D97-AF65-F5344CB8AC3E}">
        <p14:creationId xmlns:p14="http://schemas.microsoft.com/office/powerpoint/2010/main" val="36757029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Parallel uncoupled waveguides</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627196"/>
            <a:ext cx="11199971" cy="2123658"/>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Hints:</a:t>
            </a:r>
          </a:p>
          <a:p>
            <a:pPr algn="just"/>
            <a:r>
              <a:rPr lang="en-US" sz="1200" dirty="0">
                <a:latin typeface="Arial" panose="020B0604020202020204" pitchFamily="34" charset="0"/>
                <a:cs typeface="Arial" panose="020B0604020202020204" pitchFamily="34" charset="0"/>
              </a:rPr>
              <a:t>All waveguides running in parallel are coupled somehow. Controlling the degree of coupling is key for those waveguides you don’t want coupling over certain level (i.e. uncoupled waveguides). Uncoupled waveguide definition, we will use K&lt;0.01. Parallel waveguide length = 10 mm (typical length of a chip). Find minimum gap shallow / deep w=1.0µm </a:t>
            </a:r>
            <a:r>
              <a:rPr lang="en-US" sz="1200" dirty="0" err="1">
                <a:latin typeface="Arial" panose="020B0604020202020204" pitchFamily="34" charset="0"/>
                <a:cs typeface="Arial" panose="020B0604020202020204" pitchFamily="34" charset="0"/>
              </a:rPr>
              <a:t>wvl</a:t>
            </a:r>
            <a:r>
              <a:rPr lang="en-US" sz="1200" dirty="0">
                <a:latin typeface="Arial" panose="020B0604020202020204" pitchFamily="34" charset="0"/>
                <a:cs typeface="Arial" panose="020B0604020202020204" pitchFamily="34" charset="0"/>
              </a:rPr>
              <a:t> 1.55 µm.</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FB4B77A0-B37C-3130-FB52-4E560C66946F}"/>
              </a:ext>
            </a:extLst>
          </p:cNvPr>
          <p:cNvSpPr/>
          <p:nvPr/>
        </p:nvSpPr>
        <p:spPr>
          <a:xfrm>
            <a:off x="609441"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DA7ECAA3-0876-C0FB-D7E5-448FCC5ED226}"/>
              </a:ext>
            </a:extLst>
          </p:cNvPr>
          <p:cNvSpPr/>
          <p:nvPr/>
        </p:nvSpPr>
        <p:spPr>
          <a:xfrm>
            <a:off x="6321424"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C1467207-8D05-D4C6-EBD2-209F796AE977}"/>
                  </a:ext>
                </a:extLst>
              </p:cNvPr>
              <p:cNvSpPr txBox="1"/>
              <p:nvPr/>
            </p:nvSpPr>
            <p:spPr>
              <a:xfrm>
                <a:off x="990600" y="1466737"/>
                <a:ext cx="4546634" cy="1477328"/>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r>
                      <a:rPr lang="es-ES" b="0" i="1" smtClean="0">
                        <a:latin typeface="Cambria Math" panose="02040503050406030204" pitchFamily="18" charset="0"/>
                      </a:rPr>
                      <m:t>𝐾</m:t>
                    </m:r>
                  </m:oMath>
                </a14:m>
                <a:r>
                  <a:rPr lang="en-US" dirty="0"/>
                  <a:t> vs gap for 10 mm </a:t>
                </a:r>
                <a:r>
                  <a:rPr lang="en-US" dirty="0" err="1"/>
                  <a:t>wvgs</a:t>
                </a:r>
                <a:r>
                  <a:rPr lang="en-US" dirty="0"/>
                  <a:t> to be uncoupled</a:t>
                </a:r>
              </a:p>
              <a:p>
                <a:pPr algn="ctr"/>
                <a:endParaRPr lang="en-US" dirty="0"/>
              </a:p>
            </p:txBody>
          </p:sp>
        </mc:Choice>
        <mc:Fallback xmlns="">
          <p:sp>
            <p:nvSpPr>
              <p:cNvPr id="9" name="CuadroTexto 8">
                <a:extLst>
                  <a:ext uri="{FF2B5EF4-FFF2-40B4-BE49-F238E27FC236}">
                    <a16:creationId xmlns:a16="http://schemas.microsoft.com/office/drawing/2014/main" id="{C1467207-8D05-D4C6-EBD2-209F796AE977}"/>
                  </a:ext>
                </a:extLst>
              </p:cNvPr>
              <p:cNvSpPr txBox="1">
                <a:spLocks noRot="1" noChangeAspect="1" noMove="1" noResize="1" noEditPoints="1" noAdjustHandles="1" noChangeArrowheads="1" noChangeShapeType="1" noTextEdit="1"/>
              </p:cNvSpPr>
              <p:nvPr/>
            </p:nvSpPr>
            <p:spPr>
              <a:xfrm>
                <a:off x="990600" y="1466737"/>
                <a:ext cx="4546634" cy="1477328"/>
              </a:xfrm>
              <a:prstGeom prst="rect">
                <a:avLst/>
              </a:prstGeom>
              <a:blipFill>
                <a:blip r:embed="rId5"/>
                <a:stretch>
                  <a:fillRect t="-247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2E39C0C-95E1-ED90-891A-5D634D9DB76B}"/>
                  </a:ext>
                </a:extLst>
              </p:cNvPr>
              <p:cNvSpPr txBox="1"/>
              <p:nvPr/>
            </p:nvSpPr>
            <p:spPr>
              <a:xfrm>
                <a:off x="6883366" y="2480496"/>
                <a:ext cx="4546634" cy="1200329"/>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r>
                      <a:rPr lang="es-ES" i="1">
                        <a:latin typeface="Cambria Math" panose="02040503050406030204" pitchFamily="18" charset="0"/>
                      </a:rPr>
                      <m:t>𝐾</m:t>
                    </m:r>
                  </m:oMath>
                </a14:m>
                <a:r>
                  <a:rPr lang="en-US" dirty="0"/>
                  <a:t> vs gap for 10 mm </a:t>
                </a:r>
                <a:r>
                  <a:rPr lang="en-US" dirty="0" err="1"/>
                  <a:t>wvgs</a:t>
                </a:r>
                <a:r>
                  <a:rPr lang="en-US" dirty="0"/>
                  <a:t> to be uncoupled</a:t>
                </a:r>
              </a:p>
            </p:txBody>
          </p:sp>
        </mc:Choice>
        <mc:Fallback xmlns="">
          <p:sp>
            <p:nvSpPr>
              <p:cNvPr id="10" name="CuadroTexto 9">
                <a:extLst>
                  <a:ext uri="{FF2B5EF4-FFF2-40B4-BE49-F238E27FC236}">
                    <a16:creationId xmlns:a16="http://schemas.microsoft.com/office/drawing/2014/main" id="{32E39C0C-95E1-ED90-891A-5D634D9DB76B}"/>
                  </a:ext>
                </a:extLst>
              </p:cNvPr>
              <p:cNvSpPr txBox="1">
                <a:spLocks noRot="1" noChangeAspect="1" noMove="1" noResize="1" noEditPoints="1" noAdjustHandles="1" noChangeArrowheads="1" noChangeShapeType="1" noTextEdit="1"/>
              </p:cNvSpPr>
              <p:nvPr/>
            </p:nvSpPr>
            <p:spPr>
              <a:xfrm>
                <a:off x="6883366" y="2480496"/>
                <a:ext cx="4546634" cy="1200329"/>
              </a:xfrm>
              <a:prstGeom prst="rect">
                <a:avLst/>
              </a:prstGeom>
              <a:blipFill>
                <a:blip r:embed="rId6"/>
                <a:stretch>
                  <a:fillRect t="-3046" b="-7107"/>
                </a:stretch>
              </a:blipFill>
            </p:spPr>
            <p:txBody>
              <a:bodyPr/>
              <a:lstStyle/>
              <a:p>
                <a:r>
                  <a:rPr lang="es-ES">
                    <a:noFill/>
                  </a:rPr>
                  <a:t> </a:t>
                </a:r>
              </a:p>
            </p:txBody>
          </p:sp>
        </mc:Fallback>
      </mc:AlternateContent>
    </p:spTree>
    <p:extLst>
      <p:ext uri="{BB962C8B-B14F-4D97-AF65-F5344CB8AC3E}">
        <p14:creationId xmlns:p14="http://schemas.microsoft.com/office/powerpoint/2010/main" val="37123560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681E68-1A35-1388-F79A-6FA47203225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8330A44-AEE0-FFBE-CB0D-5F57A190B9B2}"/>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Parallel uncoupled waveguides</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34A50EFB-2FE5-EDFD-B150-6B05AB421C4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BD76E3F-37F2-38EC-D6FE-C2BEF7C09674}"/>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C289D1F4-DBB6-F9A6-E8C8-98E5368CDFF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E4B7BB18-AD02-4CCF-A693-6D173C9A8B51}"/>
              </a:ext>
            </a:extLst>
          </p:cNvPr>
          <p:cNvSpPr txBox="1"/>
          <p:nvPr/>
        </p:nvSpPr>
        <p:spPr>
          <a:xfrm>
            <a:off x="609441" y="4627196"/>
            <a:ext cx="11199971" cy="2123658"/>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Hints:</a:t>
            </a:r>
          </a:p>
          <a:p>
            <a:pPr algn="just"/>
            <a:r>
              <a:rPr lang="en-US" sz="1200" dirty="0">
                <a:latin typeface="Arial" panose="020B0604020202020204" pitchFamily="34" charset="0"/>
                <a:cs typeface="Arial" panose="020B0604020202020204" pitchFamily="34" charset="0"/>
              </a:rPr>
              <a:t>All waveguides running in parallel are coupled somehow. Controlling the degree of coupling is key for those waveguides you don’t want coupling over certain level (i.e. uncoupled waveguides). Uncoupled waveguide definition, we will use K&lt;0.01. Parallel waveguide length = 10 mm (typical length of a chip). Find minimum gap shallow / deep w=1.0µm </a:t>
            </a:r>
            <a:r>
              <a:rPr lang="en-US" sz="1200" dirty="0" err="1">
                <a:latin typeface="Arial" panose="020B0604020202020204" pitchFamily="34" charset="0"/>
                <a:cs typeface="Arial" panose="020B0604020202020204" pitchFamily="34" charset="0"/>
              </a:rPr>
              <a:t>wvl</a:t>
            </a:r>
            <a:r>
              <a:rPr lang="en-US" sz="1200" dirty="0">
                <a:latin typeface="Arial" panose="020B0604020202020204" pitchFamily="34" charset="0"/>
                <a:cs typeface="Arial" panose="020B0604020202020204" pitchFamily="34" charset="0"/>
              </a:rPr>
              <a:t> 1.55 µm.</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8DCAF4C7-578C-5EC8-83BF-F12963623FB6}"/>
              </a:ext>
            </a:extLst>
          </p:cNvPr>
          <p:cNvSpPr/>
          <p:nvPr/>
        </p:nvSpPr>
        <p:spPr>
          <a:xfrm>
            <a:off x="609441"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5C7F69A1-057F-D511-9DDA-E8B25BB2493F}"/>
              </a:ext>
            </a:extLst>
          </p:cNvPr>
          <p:cNvSpPr/>
          <p:nvPr/>
        </p:nvSpPr>
        <p:spPr>
          <a:xfrm>
            <a:off x="6321424"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44B0684C-9030-741C-DDCA-AD8BF4ADF59B}"/>
                  </a:ext>
                </a:extLst>
              </p:cNvPr>
              <p:cNvSpPr txBox="1"/>
              <p:nvPr/>
            </p:nvSpPr>
            <p:spPr>
              <a:xfrm>
                <a:off x="1079403" y="2480496"/>
                <a:ext cx="4546634" cy="1477328"/>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r>
                      <a:rPr lang="es-ES" b="0" i="1" smtClean="0">
                        <a:latin typeface="Cambria Math" panose="02040503050406030204" pitchFamily="18" charset="0"/>
                      </a:rPr>
                      <m:t>𝐾</m:t>
                    </m:r>
                  </m:oMath>
                </a14:m>
                <a:r>
                  <a:rPr lang="en-US" dirty="0"/>
                  <a:t> vs gap for 10 mm </a:t>
                </a:r>
                <a:r>
                  <a:rPr lang="en-US" dirty="0" err="1"/>
                  <a:t>wvgs</a:t>
                </a:r>
                <a:r>
                  <a:rPr lang="en-US" dirty="0"/>
                  <a:t> to be uncoupled</a:t>
                </a:r>
              </a:p>
              <a:p>
                <a:pPr algn="ctr"/>
                <a:endParaRPr lang="en-US" dirty="0"/>
              </a:p>
            </p:txBody>
          </p:sp>
        </mc:Choice>
        <mc:Fallback xmlns="">
          <p:sp>
            <p:nvSpPr>
              <p:cNvPr id="9" name="CuadroTexto 8">
                <a:extLst>
                  <a:ext uri="{FF2B5EF4-FFF2-40B4-BE49-F238E27FC236}">
                    <a16:creationId xmlns:a16="http://schemas.microsoft.com/office/drawing/2014/main" id="{C1467207-8D05-D4C6-EBD2-209F796AE977}"/>
                  </a:ext>
                </a:extLst>
              </p:cNvPr>
              <p:cNvSpPr txBox="1">
                <a:spLocks noRot="1" noChangeAspect="1" noMove="1" noResize="1" noEditPoints="1" noAdjustHandles="1" noChangeArrowheads="1" noChangeShapeType="1" noTextEdit="1"/>
              </p:cNvSpPr>
              <p:nvPr/>
            </p:nvSpPr>
            <p:spPr>
              <a:xfrm>
                <a:off x="1079403" y="2480496"/>
                <a:ext cx="4546634" cy="1477328"/>
              </a:xfrm>
              <a:prstGeom prst="rect">
                <a:avLst/>
              </a:prstGeom>
              <a:blipFill>
                <a:blip r:embed="rId5"/>
                <a:stretch>
                  <a:fillRect t="-2479"/>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983D59C5-DF5D-56DC-21FA-F198D117E891}"/>
                  </a:ext>
                </a:extLst>
              </p:cNvPr>
              <p:cNvSpPr txBox="1"/>
              <p:nvPr/>
            </p:nvSpPr>
            <p:spPr>
              <a:xfrm>
                <a:off x="6883366" y="2480496"/>
                <a:ext cx="4546634" cy="1200329"/>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r>
                      <a:rPr lang="es-ES" i="1">
                        <a:latin typeface="Cambria Math" panose="02040503050406030204" pitchFamily="18" charset="0"/>
                      </a:rPr>
                      <m:t>𝐾</m:t>
                    </m:r>
                  </m:oMath>
                </a14:m>
                <a:r>
                  <a:rPr lang="en-US" dirty="0"/>
                  <a:t> vs gap for 10 mm </a:t>
                </a:r>
                <a:r>
                  <a:rPr lang="en-US" dirty="0" err="1"/>
                  <a:t>wvgs</a:t>
                </a:r>
                <a:r>
                  <a:rPr lang="en-US" dirty="0"/>
                  <a:t> to be uncoupled</a:t>
                </a:r>
              </a:p>
            </p:txBody>
          </p:sp>
        </mc:Choice>
        <mc:Fallback xmlns="">
          <p:sp>
            <p:nvSpPr>
              <p:cNvPr id="10" name="CuadroTexto 9">
                <a:extLst>
                  <a:ext uri="{FF2B5EF4-FFF2-40B4-BE49-F238E27FC236}">
                    <a16:creationId xmlns:a16="http://schemas.microsoft.com/office/drawing/2014/main" id="{32E39C0C-95E1-ED90-891A-5D634D9DB76B}"/>
                  </a:ext>
                </a:extLst>
              </p:cNvPr>
              <p:cNvSpPr txBox="1">
                <a:spLocks noRot="1" noChangeAspect="1" noMove="1" noResize="1" noEditPoints="1" noAdjustHandles="1" noChangeArrowheads="1" noChangeShapeType="1" noTextEdit="1"/>
              </p:cNvSpPr>
              <p:nvPr/>
            </p:nvSpPr>
            <p:spPr>
              <a:xfrm>
                <a:off x="6883366" y="2480496"/>
                <a:ext cx="4546634" cy="1200329"/>
              </a:xfrm>
              <a:prstGeom prst="rect">
                <a:avLst/>
              </a:prstGeom>
              <a:blipFill>
                <a:blip r:embed="rId6"/>
                <a:stretch>
                  <a:fillRect t="-3046" b="-7107"/>
                </a:stretch>
              </a:blipFill>
            </p:spPr>
            <p:txBody>
              <a:bodyPr/>
              <a:lstStyle/>
              <a:p>
                <a:r>
                  <a:rPr lang="es-ES">
                    <a:noFill/>
                  </a:rPr>
                  <a:t> </a:t>
                </a:r>
              </a:p>
            </p:txBody>
          </p:sp>
        </mc:Fallback>
      </mc:AlternateContent>
    </p:spTree>
    <p:extLst>
      <p:ext uri="{BB962C8B-B14F-4D97-AF65-F5344CB8AC3E}">
        <p14:creationId xmlns:p14="http://schemas.microsoft.com/office/powerpoint/2010/main" val="16059647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D4982-2E99-3EE0-CEBE-CEF54821C335}"/>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60D29C4-F13C-8947-EF1D-2CBDDD14AC5C}"/>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28A4EFD1-1AF6-F17D-1B27-5115800F99B0}"/>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6" name="Título 4">
            <a:extLst>
              <a:ext uri="{FF2B5EF4-FFF2-40B4-BE49-F238E27FC236}">
                <a16:creationId xmlns:a16="http://schemas.microsoft.com/office/drawing/2014/main" id="{8111062F-F9A0-241E-6CCB-6E8BE4D8C60A}"/>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Multimode Interferometer (MMI) Coupler</a:t>
            </a:r>
          </a:p>
        </p:txBody>
      </p:sp>
    </p:spTree>
    <p:extLst>
      <p:ext uri="{BB962C8B-B14F-4D97-AF65-F5344CB8AC3E}">
        <p14:creationId xmlns:p14="http://schemas.microsoft.com/office/powerpoint/2010/main" val="38733189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F7C0E-2677-BADF-D636-6F9B71E665F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B8D44BF-A3B5-6BED-C39C-FA8260E83536}"/>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4.1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5DFCF1AD-6B06-F914-AC0B-80F0ED838EF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656CCE-66E0-EAE0-5C63-DF1315DF6299}"/>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D3AB6581-C493-80EB-A67F-5289454DAA2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B5029729-ADF3-3B30-4FF9-83BE1DB82BD7}"/>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comparison with Directional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8DE5FDA-4E91-E843-E84A-1467BFAA9986}"/>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0DA14DBA-172E-DA2C-0573-6A00BF18F4A5}"/>
              </a:ext>
            </a:extLst>
          </p:cNvPr>
          <p:cNvSpPr txBox="1"/>
          <p:nvPr/>
        </p:nvSpPr>
        <p:spPr>
          <a:xfrm>
            <a:off x="2286000" y="263041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console results</a:t>
            </a:r>
          </a:p>
        </p:txBody>
      </p:sp>
    </p:spTree>
    <p:extLst>
      <p:ext uri="{BB962C8B-B14F-4D97-AF65-F5344CB8AC3E}">
        <p14:creationId xmlns:p14="http://schemas.microsoft.com/office/powerpoint/2010/main" val="28156794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11DBE-A482-7036-60B2-70B7E2318F4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096193E-AB86-E3CD-BDAC-0F9156C1A3F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#4.2 – 2x2 Multimode Interference Coupler - Optimization</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2D17DCD6-D851-E62D-D95C-A9F9954602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891046F-11DC-B7FC-54F7-9583E688DC0E}"/>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4C9BAA39-017F-D602-6705-A6CF4483013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3D7D9E5-DAC3-2BB8-7377-826863CBAD4E}"/>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772491E-4FFB-FFC3-C855-72A4B15F3E73}"/>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643565A9-7DB6-D6EE-152F-2852C8BA7986}"/>
              </a:ext>
            </a:extLst>
          </p:cNvPr>
          <p:cNvSpPr txBox="1"/>
          <p:nvPr/>
        </p:nvSpPr>
        <p:spPr>
          <a:xfrm>
            <a:off x="640245" y="1942909"/>
            <a:ext cx="11199972" cy="2708434"/>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 and console results</a:t>
            </a:r>
          </a:p>
          <a:p>
            <a:pPr algn="ctr"/>
            <a:endParaRPr lang="en-US" dirty="0"/>
          </a:p>
          <a:p>
            <a:pPr algn="ctr"/>
            <a:endParaRPr lang="en-US" dirty="0"/>
          </a:p>
          <a:p>
            <a:pPr algn="r"/>
            <a:r>
              <a:rPr lang="en-US" sz="1600" b="1" dirty="0"/>
              <a:t>Target</a:t>
            </a:r>
            <a:r>
              <a:rPr lang="en-US" sz="1600" dirty="0"/>
              <a:t>: make equal ratio over outputs (even if not 0.5) and minimize excess loss (even if not 0.0 dB)</a:t>
            </a:r>
          </a:p>
          <a:p>
            <a:pPr algn="r"/>
            <a:r>
              <a:rPr lang="en-US" sz="1600" dirty="0"/>
              <a:t>With same settings of previous LO, now adjust try to manually optimize the MMI by changing iteratively:</a:t>
            </a:r>
          </a:p>
          <a:p>
            <a:pPr algn="r"/>
            <a:r>
              <a:rPr lang="en-US" sz="1600" dirty="0"/>
              <a:t>- Change </a:t>
            </a:r>
            <a:r>
              <a:rPr lang="en-US" sz="1600" dirty="0" err="1"/>
              <a:t>dL_MMI</a:t>
            </a:r>
            <a:endParaRPr lang="en-US" sz="1600" dirty="0"/>
          </a:p>
          <a:p>
            <a:pPr algn="r"/>
            <a:r>
              <a:rPr lang="en-US" sz="1600" dirty="0"/>
              <a:t>- Change I/O waveguide position +/- </a:t>
            </a:r>
            <a:r>
              <a:rPr lang="en-US" sz="1600" dirty="0" err="1"/>
              <a:t>dy</a:t>
            </a:r>
            <a:endParaRPr lang="en-US" sz="1600" dirty="0"/>
          </a:p>
          <a:p>
            <a:pPr algn="r"/>
            <a:r>
              <a:rPr lang="en-US" sz="1600" b="1" dirty="0"/>
              <a:t>Hints</a:t>
            </a:r>
            <a:r>
              <a:rPr lang="en-US" sz="1600" dirty="0"/>
              <a:t>: observe the 2D EME propagation results to guide you to the best settings of a) and b).</a:t>
            </a:r>
          </a:p>
        </p:txBody>
      </p:sp>
    </p:spTree>
    <p:extLst>
      <p:ext uri="{BB962C8B-B14F-4D97-AF65-F5344CB8AC3E}">
        <p14:creationId xmlns:p14="http://schemas.microsoft.com/office/powerpoint/2010/main" val="268521575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A9819-E058-DC4F-FB99-88F20442D9F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1662E38-DE72-ADF3-A38E-08ED40DCC2A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1CD4B005-DA76-DF7C-8A51-CA16DFD2CA3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B06F952-20FD-3223-6AB8-83339507AFE8}"/>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3" name="Marcador de pie de página 2">
            <a:extLst>
              <a:ext uri="{FF2B5EF4-FFF2-40B4-BE49-F238E27FC236}">
                <a16:creationId xmlns:a16="http://schemas.microsoft.com/office/drawing/2014/main" id="{8B06152F-2A2C-A19B-581F-494FDFF3375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EF5B7948-A25A-9043-7061-DD15A9023924}"/>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C8036B97-F577-1F3C-3CE2-BD45F7D1FFC2}"/>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B0CFB20A-64F3-A296-71E8-F4FA17D35314}"/>
              </a:ext>
            </a:extLst>
          </p:cNvPr>
          <p:cNvSpPr txBox="1"/>
          <p:nvPr/>
        </p:nvSpPr>
        <p:spPr>
          <a:xfrm>
            <a:off x="640245" y="1942909"/>
            <a:ext cx="11199972" cy="2708434"/>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 and console results</a:t>
            </a:r>
          </a:p>
          <a:p>
            <a:pPr algn="ctr"/>
            <a:endParaRPr lang="en-US" dirty="0"/>
          </a:p>
          <a:p>
            <a:pPr algn="ctr"/>
            <a:endParaRPr lang="en-US" dirty="0"/>
          </a:p>
          <a:p>
            <a:pPr algn="r"/>
            <a:r>
              <a:rPr lang="en-US" sz="1600" b="1" dirty="0"/>
              <a:t>Target</a:t>
            </a:r>
            <a:r>
              <a:rPr lang="en-US" sz="1600" dirty="0"/>
              <a:t>: make ratio over outputs 0.5 + excess loss &lt; 0.1 dB</a:t>
            </a:r>
          </a:p>
          <a:p>
            <a:pPr algn="r"/>
            <a:r>
              <a:rPr lang="en-US" sz="1600" dirty="0"/>
              <a:t>With same settings of previous LO, now modify the notebook so I/O waveguides have a different width. </a:t>
            </a:r>
          </a:p>
          <a:p>
            <a:pPr algn="r"/>
            <a:r>
              <a:rPr lang="en-US" sz="1600" u="sng" dirty="0"/>
              <a:t>- The nominal I/O waveguide width you have been using is 1.0 µm, increase it.</a:t>
            </a:r>
          </a:p>
          <a:p>
            <a:pPr algn="r"/>
            <a:r>
              <a:rPr lang="en-US" sz="1600" b="1" dirty="0"/>
              <a:t>(Warning</a:t>
            </a:r>
            <a:r>
              <a:rPr lang="en-US" sz="1600" dirty="0"/>
              <a:t>! Every time you change the I/O waveguide width you have to re-run modes calculation)</a:t>
            </a:r>
          </a:p>
          <a:p>
            <a:pPr algn="r"/>
            <a:r>
              <a:rPr lang="en-US" sz="1600" b="1" dirty="0"/>
              <a:t>Hints</a:t>
            </a:r>
            <a:r>
              <a:rPr lang="en-US" sz="1600" dirty="0"/>
              <a:t>: observe the 2D EME propagation results to guide you to the best settings of a) and b).</a:t>
            </a:r>
          </a:p>
        </p:txBody>
      </p:sp>
    </p:spTree>
    <p:extLst>
      <p:ext uri="{BB962C8B-B14F-4D97-AF65-F5344CB8AC3E}">
        <p14:creationId xmlns:p14="http://schemas.microsoft.com/office/powerpoint/2010/main" val="10237312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a:t>
            </a:r>
            <a:r>
              <a:rPr lang="en-US" sz="2500"/>
              <a:t>outcome #5 </a:t>
            </a:r>
            <a:r>
              <a:rPr lang="en-US" sz="2500" dirty="0"/>
              <a:t>– 1x4 Multimode Interference Coupler </a:t>
            </a:r>
            <a:br>
              <a:rPr lang="en-US" sz="2500" dirty="0"/>
            </a:br>
            <a:r>
              <a:rPr lang="en-US" b="0" dirty="0"/>
              <a:t>Wavelength 1.55 µm, </a:t>
            </a:r>
            <a:r>
              <a:rPr lang="en-US" b="0" dirty="0" err="1"/>
              <a:t>wMMI</a:t>
            </a:r>
            <a:r>
              <a:rPr lang="en-US" b="0" dirty="0"/>
              <a:t> = ?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2D73A2E-0E5A-8A39-6B70-F9E94D6DBB70}"/>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Repeat all the design </a:t>
            </a:r>
            <a:r>
              <a:rPr lang="en-US" sz="1200">
                <a:latin typeface="Arial" panose="020B0604020202020204" pitchFamily="34" charset="0"/>
                <a:cs typeface="Arial" panose="020B0604020202020204" pitchFamily="34" charset="0"/>
              </a:rPr>
              <a:t>process for a </a:t>
            </a:r>
            <a:r>
              <a:rPr lang="en-US" sz="1200" dirty="0">
                <a:latin typeface="Arial" panose="020B0604020202020204" pitchFamily="34" charset="0"/>
                <a:cs typeface="Arial" panose="020B0604020202020204" pitchFamily="34" charset="0"/>
              </a:rPr>
              <a:t>1x4 MMI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AFB86587-21D4-5A33-7D00-DDF170C919BA}"/>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3506757-32B7-9151-DA89-AADDB7F7D093}"/>
              </a:ext>
            </a:extLst>
          </p:cNvPr>
          <p:cNvSpPr txBox="1"/>
          <p:nvPr/>
        </p:nvSpPr>
        <p:spPr>
          <a:xfrm>
            <a:off x="2286000" y="263041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console results</a:t>
            </a:r>
          </a:p>
        </p:txBody>
      </p:sp>
    </p:spTree>
    <p:extLst>
      <p:ext uri="{BB962C8B-B14F-4D97-AF65-F5344CB8AC3E}">
        <p14:creationId xmlns:p14="http://schemas.microsoft.com/office/powerpoint/2010/main" val="6998643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60F79-E2ED-1B1B-6289-A1259E80858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AC39480-E3E5-69B1-401F-A50C45531EF2}"/>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wavelength dependence</a:t>
            </a:r>
            <a:br>
              <a:rPr lang="en-US" sz="2500" dirty="0"/>
            </a:br>
            <a:r>
              <a:rPr lang="en-US" b="0" dirty="0"/>
              <a:t>Wavelengths </a:t>
            </a:r>
            <a:r>
              <a:rPr lang="en-US" dirty="0"/>
              <a:t>from 1.5 to 1.7 µm</a:t>
            </a:r>
            <a:r>
              <a:rPr lang="en-US" b="0" dirty="0"/>
              <a:t>, gap = 0.6 µm, width 1.0 µm</a:t>
            </a:r>
            <a:br>
              <a:rPr lang="en-US" b="0" dirty="0"/>
            </a:b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4BEE8680-2E49-EF52-0E73-7736679A4D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3F99BBB-5F10-0BE4-E2DE-E78EAA82F552}"/>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3" name="Marcador de pie de página 2">
            <a:extLst>
              <a:ext uri="{FF2B5EF4-FFF2-40B4-BE49-F238E27FC236}">
                <a16:creationId xmlns:a16="http://schemas.microsoft.com/office/drawing/2014/main" id="{52B2FA4B-8D15-84DC-29D1-94F9F850476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181326FD-308E-2C47-D5D2-57B3357241AA}"/>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B42E1AD9-10D4-8ACB-526F-2DA1DD2B9881}"/>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15ED9C7E-0684-E2B9-7FD6-9BCF17CC000A}"/>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5F16E403-DF61-C9A0-D57F-2E61BEFA8887}"/>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B08C2240-8810-4E0A-7DCF-E62A8271EA2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8" name="CuadroTexto 7">
                <a:extLst>
                  <a:ext uri="{FF2B5EF4-FFF2-40B4-BE49-F238E27FC236}">
                    <a16:creationId xmlns:a16="http://schemas.microsoft.com/office/drawing/2014/main" id="{B08C2240-8810-4E0A-7DCF-E62A8271EA2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BBDDC809-0F06-CBE2-4D1A-3A2FA36C33A8}"/>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BBDDC809-0F06-CBE2-4D1A-3A2FA36C33A8}"/>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8135580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Extra #2 – Directional coupler gap dependence</a:t>
            </a:r>
            <a:br>
              <a:rPr lang="en-US" sz="2500" dirty="0"/>
            </a:br>
            <a:r>
              <a:rPr lang="en-US" b="0" dirty="0"/>
              <a:t>Wavelength 1.55 µm, width 1.0 µm, </a:t>
            </a:r>
            <a:r>
              <a:rPr lang="en-US" dirty="0"/>
              <a:t>gap 0.2-2.4 µm </a:t>
            </a:r>
            <a:r>
              <a:rPr lang="en-US" b="0" dirty="0"/>
              <a:t>(step 0.2 µm)</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Make conclusions and observations from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E7488849-10A1-FB48-F511-E57B062CD7E2}"/>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68726DAB-1B5F-39D1-63A0-BB708EA6E17F}"/>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6D309BFB-98FD-0CBA-3C6A-346D8859893B}"/>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E9BD6C85-02F1-7B54-41E3-E3D9883786D8}"/>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8" name="CuadroTexto 7">
                <a:extLst>
                  <a:ext uri="{FF2B5EF4-FFF2-40B4-BE49-F238E27FC236}">
                    <a16:creationId xmlns:a16="http://schemas.microsoft.com/office/drawing/2014/main" id="{E9BD6C85-02F1-7B54-41E3-E3D9883786D8}"/>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7431A41C-EEB3-44D0-4622-A915E258C8F0}"/>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9" name="CuadroTexto 8">
                <a:extLst>
                  <a:ext uri="{FF2B5EF4-FFF2-40B4-BE49-F238E27FC236}">
                    <a16:creationId xmlns:a16="http://schemas.microsoft.com/office/drawing/2014/main" id="{7431A41C-EEB3-44D0-4622-A915E258C8F0}"/>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1797963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#3 – MMI coupler wavelength dependence</a:t>
            </a:r>
            <a:br>
              <a:rPr lang="en-US" sz="2500" spc="-5" dirty="0">
                <a:latin typeface="+mj-lt"/>
                <a:cs typeface="Lucida Sans"/>
              </a:rPr>
            </a:br>
            <a:r>
              <a:rPr lang="en-US" b="0" dirty="0"/>
              <a:t>Wavelengths from 1.5 to 1.7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17</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(Important. Compare with Directional Coupler)</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796EDE51-D41E-C23B-F402-2F7357DE871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5A3233C9-FE6F-52D8-4D87-224222BDA8E1}"/>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0C016548-01A2-6E58-B80D-148384B98EB3}"/>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075D03BE-0D6A-89E5-3C68-D7BD97B4676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075D03BE-0D6A-89E5-3C68-D7BD97B4676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C01EDEE-71CC-C570-700B-076F03FCF7E1}"/>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10" name="CuadroTexto 9">
                <a:extLst>
                  <a:ext uri="{FF2B5EF4-FFF2-40B4-BE49-F238E27FC236}">
                    <a16:creationId xmlns:a16="http://schemas.microsoft.com/office/drawing/2014/main" id="{AC01EDEE-71CC-C570-700B-076F03FCF7E1}"/>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9551456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5C897-D580-E5C1-161C-F8E072695C0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3FFBD12-4EFF-41C1-4765-2AD268B2BD9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#4 – MMI coupler body width dependence</a:t>
            </a:r>
            <a:br>
              <a:rPr lang="en-US" sz="2500" spc="-5" dirty="0">
                <a:latin typeface="+mj-lt"/>
                <a:cs typeface="Lucida Sans"/>
              </a:rPr>
            </a:br>
            <a:r>
              <a:rPr lang="en-US" b="0" dirty="0"/>
              <a:t>Wavelength 1.55 µm, </a:t>
            </a:r>
            <a:r>
              <a:rPr lang="en-US" b="0" dirty="0" err="1"/>
              <a:t>wMMI</a:t>
            </a:r>
            <a:r>
              <a:rPr lang="en-US" b="0" dirty="0"/>
              <a:t> = 5-10 µm (steps 0.5 µm)</a:t>
            </a:r>
            <a:endParaRPr lang="en-US" sz="2500" b="0" dirty="0">
              <a:latin typeface="+mj-lt"/>
              <a:cs typeface="Lucida Sans"/>
            </a:endParaRPr>
          </a:p>
        </p:txBody>
      </p:sp>
      <p:pic>
        <p:nvPicPr>
          <p:cNvPr id="83" name="Gráfico 82">
            <a:extLst>
              <a:ext uri="{FF2B5EF4-FFF2-40B4-BE49-F238E27FC236}">
                <a16:creationId xmlns:a16="http://schemas.microsoft.com/office/drawing/2014/main" id="{C14AF521-052E-A1FA-D63D-CB0826C48D2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C87B233-8A68-967F-55BC-3A828B5F39BA}"/>
              </a:ext>
            </a:extLst>
          </p:cNvPr>
          <p:cNvSpPr>
            <a:spLocks noGrp="1"/>
          </p:cNvSpPr>
          <p:nvPr>
            <p:ph type="sldNum" sz="quarter" idx="7"/>
          </p:nvPr>
        </p:nvSpPr>
        <p:spPr/>
        <p:txBody>
          <a:bodyPr/>
          <a:lstStyle/>
          <a:p>
            <a:fld id="{B6F15528-21DE-4FAA-801E-634DDDAF4B2B}" type="slidenum">
              <a:rPr lang="es-ES" smtClean="0"/>
              <a:t>18</a:t>
            </a:fld>
            <a:endParaRPr lang="es-ES"/>
          </a:p>
        </p:txBody>
      </p:sp>
      <p:sp>
        <p:nvSpPr>
          <p:cNvPr id="3" name="Marcador de pie de página 2">
            <a:extLst>
              <a:ext uri="{FF2B5EF4-FFF2-40B4-BE49-F238E27FC236}">
                <a16:creationId xmlns:a16="http://schemas.microsoft.com/office/drawing/2014/main" id="{DB1B524E-0E15-1C98-31B0-C98BD07BFBE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D88CB07-C5F5-9BB7-9F41-E171F0F0E2B9}"/>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Polarization independent coupler: is there any point for which the MMI coupler can work identically for TE and TM? Answer yes / no and explain why?</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B58B1BB0-E248-0BA3-D1B3-93649227103E}"/>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8E0E2533-B1CA-72C4-3859-1CBDD588788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154B5534-E510-6404-1E30-B73FDF73AD42}"/>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2BDFECD2-156D-6697-CFBF-8CD783F9B986}"/>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9" name="CuadroTexto 8">
                <a:extLst>
                  <a:ext uri="{FF2B5EF4-FFF2-40B4-BE49-F238E27FC236}">
                    <a16:creationId xmlns:a16="http://schemas.microsoft.com/office/drawing/2014/main" id="{2BDFECD2-156D-6697-CFBF-8CD783F9B986}"/>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BFC64CA-DE35-A528-CF09-36A26DB3DEE4}"/>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10" name="CuadroTexto 9">
                <a:extLst>
                  <a:ext uri="{FF2B5EF4-FFF2-40B4-BE49-F238E27FC236}">
                    <a16:creationId xmlns:a16="http://schemas.microsoft.com/office/drawing/2014/main" id="{3BFC64CA-DE35-A528-CF09-36A26DB3DEE4}"/>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5359394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19</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1291</TotalTime>
  <Words>1527</Words>
  <Application>Microsoft Office PowerPoint</Application>
  <PresentationFormat>Widescreen</PresentationFormat>
  <Paragraphs>234</Paragraphs>
  <Slides>19</Slides>
  <Notes>14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19</vt:i4>
      </vt:variant>
    </vt:vector>
  </HeadingPairs>
  <TitlesOfParts>
    <vt:vector size="27" baseType="lpstr">
      <vt:lpstr>Aptos</vt:lpstr>
      <vt:lpstr>Arial</vt:lpstr>
      <vt:lpstr>Calibri</vt:lpstr>
      <vt:lpstr>Cambria Math</vt:lpstr>
      <vt:lpstr>Lucida Sans</vt:lpstr>
      <vt:lpstr>Times New Roman</vt:lpstr>
      <vt:lpstr>Wingdings</vt:lpstr>
      <vt:lpstr>Office Theme</vt:lpstr>
      <vt:lpstr>PowerPoint Presentation</vt:lpstr>
      <vt:lpstr>Instructions General</vt:lpstr>
      <vt:lpstr>PowerPoint Presentation</vt:lpstr>
      <vt:lpstr>Learning outcome #1 – Directional coupler length and coupling coefficient Wavelength 1.5 µm – width 1.2 µm – gap 0.6 µm</vt:lpstr>
      <vt:lpstr>Learning outcome #2 – 2x2 Directional Coupler Width 1.2 um – Wavelength 1.55 µm </vt:lpstr>
      <vt:lpstr>Learning outcome #2 – 2x2 Directional Coupler Gap sweep 0.6 - 1.6 µm (step 0.1 µm) – Wavelength 1.55 µm </vt:lpstr>
      <vt:lpstr>Learning outcome #2 – 2x2 Directional Coupler Gap sweep 0.6 - 1.6 µm (step 0.1 µm) – Wavelength 1.55 µm </vt:lpstr>
      <vt:lpstr>Learning outcome #3 – Parallel uncoupled waveguides Wavelength 1.55 µm, width 1.0 µm, gap to be found for uncoupled wvgs</vt:lpstr>
      <vt:lpstr>Learning outcome #3 – Parallel uncoupled waveguides Wavelength 1.55 µm, width 1.0 µm, gap to be found for uncoupled wvgs</vt:lpstr>
      <vt:lpstr>PowerPoint Presentation</vt:lpstr>
      <vt:lpstr>Learning outcome #4 – 4.1 2x2 Multimode Interference Coupler  Wavelength 1.55 µm, wMMI = 6.6 µm</vt:lpstr>
      <vt:lpstr>Learning outcome #4.2 – 2x2 Multimode Interference Coupler - Optimization Wavelength 1.55 µm, wMMI = 6.6 µm</vt:lpstr>
      <vt:lpstr>Learning outcome #4.3 – 2x2 Multimode Interference Coupler – Optimization (II) Wavelength 1.55 µm, wMMI = 6.6 µm</vt:lpstr>
      <vt:lpstr>Learning outcome #5 – 1x4 Multimode Interference Coupler  Wavelength 1.55 µm, wMMI = ? µm</vt:lpstr>
      <vt:lpstr>Extra #1 – Directional wavelength dependence Wavelengths from 1.5 to 1.7 µm, gap = 0.6 µm, width 1.0 µm  </vt:lpstr>
      <vt:lpstr>Extra #2 – Directional coupler gap dependence Wavelength 1.55 µm, width 1.0 µm, gap 0.2-2.4 µm (step 0.2 µm) </vt:lpstr>
      <vt:lpstr>Extra #3 – MMI coupler wavelength dependence Wavelengths from 1.5 to 1.7 µm, wMMI = 6.6 µm</vt:lpstr>
      <vt:lpstr>Extra #4 – MMI coupler body width dependence Wavelength 1.55 µm, wMMI = 5-10 µm (steps 0.5 µm)</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David Garcia Santes</cp:lastModifiedBy>
  <cp:revision>15</cp:revision>
  <dcterms:created xsi:type="dcterms:W3CDTF">2025-01-27T02:46:57Z</dcterms:created>
  <dcterms:modified xsi:type="dcterms:W3CDTF">2026-03-10T15:55:36Z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